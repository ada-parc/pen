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handoutMasterIdLst>
    <p:handoutMasterId r:id="rId10"/>
  </p:handoutMasterIdLst>
  <p:sldIdLst>
    <p:sldId id="256" r:id="rId2"/>
    <p:sldId id="826" r:id="rId3"/>
    <p:sldId id="270" r:id="rId4"/>
    <p:sldId id="820" r:id="rId5"/>
    <p:sldId id="825" r:id="rId6"/>
    <p:sldId id="824" r:id="rId7"/>
    <p:sldId id="82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580"/>
    <a:srgbClr val="1F5FA0"/>
    <a:srgbClr val="0E58C4"/>
    <a:srgbClr val="FFFFFF"/>
    <a:srgbClr val="404040"/>
    <a:srgbClr val="FEFFDE"/>
    <a:srgbClr val="00BF62"/>
    <a:srgbClr val="0563C1"/>
    <a:srgbClr val="366F92"/>
    <a:srgbClr val="DBE7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autoAdjust="0"/>
    <p:restoredTop sz="86439" autoAdjust="0"/>
  </p:normalViewPr>
  <p:slideViewPr>
    <p:cSldViewPr snapToGrid="0">
      <p:cViewPr varScale="1">
        <p:scale>
          <a:sx n="96" d="100"/>
          <a:sy n="96" d="100"/>
        </p:scale>
        <p:origin x="176" y="208"/>
      </p:cViewPr>
      <p:guideLst/>
    </p:cSldViewPr>
  </p:slideViewPr>
  <p:outlineViewPr>
    <p:cViewPr>
      <p:scale>
        <a:sx n="33" d="100"/>
        <a:sy n="33" d="100"/>
      </p:scale>
      <p:origin x="0" y="-29868"/>
    </p:cViewPr>
  </p:outlineViewPr>
  <p:notesTextViewPr>
    <p:cViewPr>
      <p:scale>
        <a:sx n="3" d="2"/>
        <a:sy n="3" d="2"/>
      </p:scale>
      <p:origin x="0" y="0"/>
    </p:cViewPr>
  </p:notesTextViewPr>
  <p:sorterViewPr>
    <p:cViewPr>
      <p:scale>
        <a:sx n="100" d="100"/>
        <a:sy n="100" d="100"/>
      </p:scale>
      <p:origin x="0" y="-3402"/>
    </p:cViewPr>
  </p:sorterViewPr>
  <p:notesViewPr>
    <p:cSldViewPr snapToGrid="0">
      <p:cViewPr varScale="1">
        <p:scale>
          <a:sx n="85" d="100"/>
          <a:sy n="85" d="100"/>
        </p:scale>
        <p:origin x="301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0277B8A-44BD-4F08-BEBA-9E3C00B472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A42F70E0-F9B6-4B0A-B20F-DB31E7AE8E0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dirty="0"/>
          </a:p>
        </p:txBody>
      </p:sp>
      <p:sp>
        <p:nvSpPr>
          <p:cNvPr id="4" name="Footer Placeholder 3">
            <a:extLst>
              <a:ext uri="{FF2B5EF4-FFF2-40B4-BE49-F238E27FC236}">
                <a16:creationId xmlns:a16="http://schemas.microsoft.com/office/drawing/2014/main" id="{E8289513-846D-418A-A76C-BC9CA473043A}"/>
              </a:ext>
            </a:extLst>
          </p:cNvPr>
          <p:cNvSpPr>
            <a:spLocks noGrp="1"/>
          </p:cNvSpPr>
          <p:nvPr>
            <p:ph type="ftr" sz="quarter" idx="2"/>
          </p:nvPr>
        </p:nvSpPr>
        <p:spPr>
          <a:xfrm>
            <a:off x="0" y="8505023"/>
            <a:ext cx="3429000" cy="638978"/>
          </a:xfrm>
          <a:prstGeom prst="rect">
            <a:avLst/>
          </a:prstGeom>
        </p:spPr>
        <p:txBody>
          <a:bodyPr vert="horz" lIns="91440" tIns="45720" rIns="91440" bIns="45720" rtlCol="0" anchor="b"/>
          <a:lstStyle>
            <a:lvl1pPr algn="l">
              <a:defRPr sz="1200"/>
            </a:lvl1pPr>
          </a:lstStyle>
          <a:p>
            <a:r>
              <a:rPr lang="en-US" dirty="0"/>
              <a:t>ADA Overview</a:t>
            </a:r>
          </a:p>
          <a:p>
            <a:pPr>
              <a:lnSpc>
                <a:spcPct val="100000"/>
              </a:lnSpc>
              <a:spcBef>
                <a:spcPts val="0"/>
              </a:spcBef>
            </a:pPr>
            <a:r>
              <a:rPr lang="en-US" sz="1200" dirty="0">
                <a:solidFill>
                  <a:schemeClr val="tx1">
                    <a:lumMod val="75000"/>
                    <a:lumOff val="25000"/>
                  </a:schemeClr>
                </a:solidFill>
              </a:rPr>
              <a:t>ADA Participation Action Research Consortium</a:t>
            </a:r>
          </a:p>
          <a:p>
            <a:pPr>
              <a:lnSpc>
                <a:spcPct val="100000"/>
              </a:lnSpc>
              <a:spcBef>
                <a:spcPts val="0"/>
              </a:spcBef>
            </a:pPr>
            <a:r>
              <a:rPr lang="en-US" sz="1200" dirty="0">
                <a:solidFill>
                  <a:schemeClr val="tx1">
                    <a:lumMod val="75000"/>
                    <a:lumOff val="25000"/>
                  </a:schemeClr>
                </a:solidFill>
              </a:rPr>
              <a:t>Participation Equity Navigator Training</a:t>
            </a:r>
          </a:p>
        </p:txBody>
      </p:sp>
      <p:sp>
        <p:nvSpPr>
          <p:cNvPr id="5" name="Slide Number Placeholder 4">
            <a:extLst>
              <a:ext uri="{FF2B5EF4-FFF2-40B4-BE49-F238E27FC236}">
                <a16:creationId xmlns:a16="http://schemas.microsoft.com/office/drawing/2014/main" id="{84746CD0-92B4-48E8-AAB4-2AAB470A697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E560DB5-8A82-4868-827B-BFA45EE4562B}" type="slidenum">
              <a:rPr lang="en-US" smtClean="0"/>
              <a:t>‹#›</a:t>
            </a:fld>
            <a:endParaRPr lang="en-US" dirty="0"/>
          </a:p>
        </p:txBody>
      </p:sp>
    </p:spTree>
    <p:extLst>
      <p:ext uri="{BB962C8B-B14F-4D97-AF65-F5344CB8AC3E}">
        <p14:creationId xmlns:p14="http://schemas.microsoft.com/office/powerpoint/2010/main" val="3447350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8FD230-E997-462B-B687-9E056212BBD0}" type="datetimeFigureOut">
              <a:rPr lang="en-US" smtClean="0"/>
              <a:t>10/27/25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E60467-868E-4120-BCCD-97469C488C52}" type="slidenum">
              <a:rPr lang="en-US" smtClean="0"/>
              <a:t>‹#›</a:t>
            </a:fld>
            <a:endParaRPr lang="en-US" dirty="0"/>
          </a:p>
        </p:txBody>
      </p:sp>
    </p:spTree>
    <p:extLst>
      <p:ext uri="{BB962C8B-B14F-4D97-AF65-F5344CB8AC3E}">
        <p14:creationId xmlns:p14="http://schemas.microsoft.com/office/powerpoint/2010/main" val="717933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E60467-868E-4120-BCCD-97469C488C52}" type="slidenum">
              <a:rPr lang="en-US" smtClean="0"/>
              <a:t>1</a:t>
            </a:fld>
            <a:endParaRPr lang="en-US" dirty="0"/>
          </a:p>
        </p:txBody>
      </p:sp>
    </p:spTree>
    <p:extLst>
      <p:ext uri="{BB962C8B-B14F-4D97-AF65-F5344CB8AC3E}">
        <p14:creationId xmlns:p14="http://schemas.microsoft.com/office/powerpoint/2010/main" val="1996388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BE145-549B-9360-DE47-9ACD3CEC6C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3AD270-6919-F119-4775-244048BC4A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29BC06-D6A0-EB93-C3C2-62E651B6D57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389510A-735E-34AD-B644-AF62CD2AB5DD}"/>
              </a:ext>
            </a:extLst>
          </p:cNvPr>
          <p:cNvSpPr>
            <a:spLocks noGrp="1"/>
          </p:cNvSpPr>
          <p:nvPr>
            <p:ph type="sldNum" sz="quarter" idx="5"/>
          </p:nvPr>
        </p:nvSpPr>
        <p:spPr/>
        <p:txBody>
          <a:bodyPr/>
          <a:lstStyle/>
          <a:p>
            <a:fld id="{40E60467-868E-4120-BCCD-97469C488C52}" type="slidenum">
              <a:rPr lang="en-US" smtClean="0"/>
              <a:t>2</a:t>
            </a:fld>
            <a:endParaRPr lang="en-US" dirty="0"/>
          </a:p>
        </p:txBody>
      </p:sp>
    </p:spTree>
    <p:extLst>
      <p:ext uri="{BB962C8B-B14F-4D97-AF65-F5344CB8AC3E}">
        <p14:creationId xmlns:p14="http://schemas.microsoft.com/office/powerpoint/2010/main" val="3802799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40E60467-868E-4120-BCCD-97469C488C52}" type="slidenum">
              <a:rPr lang="en-US" smtClean="0"/>
              <a:t>3</a:t>
            </a:fld>
            <a:endParaRPr lang="en-US" dirty="0"/>
          </a:p>
        </p:txBody>
      </p:sp>
    </p:spTree>
    <p:extLst>
      <p:ext uri="{BB962C8B-B14F-4D97-AF65-F5344CB8AC3E}">
        <p14:creationId xmlns:p14="http://schemas.microsoft.com/office/powerpoint/2010/main" val="2303365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07511-5857-FD61-292F-EEE91F4D5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C1A21-1F56-FCB5-AE25-22364B2358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491216-91AF-F25A-8366-C781CC1E18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FDEACC-EB32-4C53-548A-4F58C8F4AE8D}"/>
              </a:ext>
            </a:extLst>
          </p:cNvPr>
          <p:cNvSpPr>
            <a:spLocks noGrp="1"/>
          </p:cNvSpPr>
          <p:nvPr>
            <p:ph type="sldNum" sz="quarter" idx="5"/>
          </p:nvPr>
        </p:nvSpPr>
        <p:spPr/>
        <p:txBody>
          <a:bodyPr/>
          <a:lstStyle/>
          <a:p>
            <a:fld id="{40E60467-868E-4120-BCCD-97469C488C52}" type="slidenum">
              <a:rPr lang="en-US" smtClean="0"/>
              <a:t>4</a:t>
            </a:fld>
            <a:endParaRPr lang="en-US" dirty="0"/>
          </a:p>
        </p:txBody>
      </p:sp>
    </p:spTree>
    <p:extLst>
      <p:ext uri="{BB962C8B-B14F-4D97-AF65-F5344CB8AC3E}">
        <p14:creationId xmlns:p14="http://schemas.microsoft.com/office/powerpoint/2010/main" val="3348121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B17D7-DF6E-C1C2-CA78-BE154E9137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93599C-AE28-92F9-7494-CFFF5600E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7F322B-ED0C-238E-5DCE-D689DC8FC9DF}"/>
              </a:ext>
            </a:extLst>
          </p:cNvPr>
          <p:cNvSpPr>
            <a:spLocks noGrp="1"/>
          </p:cNvSpPr>
          <p:nvPr>
            <p:ph type="body" idx="1"/>
          </p:nvPr>
        </p:nvSpPr>
        <p:spPr/>
        <p:txBody>
          <a:bodyPr/>
          <a:lstStyle/>
          <a:p>
            <a:r>
              <a:rPr lang="en-US" sz="1800" dirty="0"/>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F3626D1-13AE-7804-D8CB-2C91595872BD}"/>
              </a:ext>
            </a:extLst>
          </p:cNvPr>
          <p:cNvSpPr>
            <a:spLocks noGrp="1"/>
          </p:cNvSpPr>
          <p:nvPr>
            <p:ph type="sldNum" sz="quarter" idx="5"/>
          </p:nvPr>
        </p:nvSpPr>
        <p:spPr/>
        <p:txBody>
          <a:bodyPr/>
          <a:lstStyle/>
          <a:p>
            <a:fld id="{40E60467-868E-4120-BCCD-97469C488C52}" type="slidenum">
              <a:rPr lang="en-US" smtClean="0"/>
              <a:t>5</a:t>
            </a:fld>
            <a:endParaRPr lang="en-US" dirty="0"/>
          </a:p>
        </p:txBody>
      </p:sp>
    </p:spTree>
    <p:extLst>
      <p:ext uri="{BB962C8B-B14F-4D97-AF65-F5344CB8AC3E}">
        <p14:creationId xmlns:p14="http://schemas.microsoft.com/office/powerpoint/2010/main" val="2937817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p:txBody>
      </p:sp>
      <p:sp>
        <p:nvSpPr>
          <p:cNvPr id="4" name="Slide Number Placeholder 3"/>
          <p:cNvSpPr>
            <a:spLocks noGrp="1"/>
          </p:cNvSpPr>
          <p:nvPr>
            <p:ph type="sldNum" sz="quarter" idx="5"/>
          </p:nvPr>
        </p:nvSpPr>
        <p:spPr/>
        <p:txBody>
          <a:bodyPr/>
          <a:lstStyle/>
          <a:p>
            <a:fld id="{40E60467-868E-4120-BCCD-97469C488C52}" type="slidenum">
              <a:rPr lang="en-US" smtClean="0"/>
              <a:t>6</a:t>
            </a:fld>
            <a:endParaRPr lang="en-US" dirty="0"/>
          </a:p>
        </p:txBody>
      </p:sp>
    </p:spTree>
    <p:extLst>
      <p:ext uri="{BB962C8B-B14F-4D97-AF65-F5344CB8AC3E}">
        <p14:creationId xmlns:p14="http://schemas.microsoft.com/office/powerpoint/2010/main" val="40000821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19380-64C7-E3D8-77A6-1A06605660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9BD0CB-D12F-4B4E-E548-070C4BA666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C94093-3400-8FE6-F2F7-EA9468B92C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E8D772-38AC-9C2F-2464-8A9C7AAFAD58}"/>
              </a:ext>
            </a:extLst>
          </p:cNvPr>
          <p:cNvSpPr>
            <a:spLocks noGrp="1"/>
          </p:cNvSpPr>
          <p:nvPr>
            <p:ph type="sldNum" sz="quarter" idx="5"/>
          </p:nvPr>
        </p:nvSpPr>
        <p:spPr/>
        <p:txBody>
          <a:bodyPr/>
          <a:lstStyle/>
          <a:p>
            <a:fld id="{40E60467-868E-4120-BCCD-97469C488C52}" type="slidenum">
              <a:rPr lang="en-US" smtClean="0"/>
              <a:t>7</a:t>
            </a:fld>
            <a:endParaRPr lang="en-US" dirty="0"/>
          </a:p>
        </p:txBody>
      </p:sp>
    </p:spTree>
    <p:extLst>
      <p:ext uri="{BB962C8B-B14F-4D97-AF65-F5344CB8AC3E}">
        <p14:creationId xmlns:p14="http://schemas.microsoft.com/office/powerpoint/2010/main" val="1386764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6B697-AADF-4B5B-BDFA-7C5EEA36DACB}"/>
              </a:ext>
            </a:extLst>
          </p:cNvPr>
          <p:cNvSpPr>
            <a:spLocks noGrp="1"/>
          </p:cNvSpPr>
          <p:nvPr>
            <p:ph type="ctrTitle"/>
          </p:nvPr>
        </p:nvSpPr>
        <p:spPr>
          <a:xfrm>
            <a:off x="0" y="2503487"/>
            <a:ext cx="12192000" cy="1006475"/>
          </a:xfrm>
          <a:prstGeom prst="rect">
            <a:avLst/>
          </a:prstGeom>
        </p:spPr>
        <p:txBody>
          <a:bodyPr anchor="b">
            <a:normAutofit/>
          </a:bodyPr>
          <a:lstStyle>
            <a:lvl1pPr algn="ctr">
              <a:defRPr sz="5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DF369B17-3B56-4E4B-8C66-CB4E097840CA}"/>
              </a:ext>
            </a:extLst>
          </p:cNvPr>
          <p:cNvSpPr>
            <a:spLocks noGrp="1"/>
          </p:cNvSpPr>
          <p:nvPr>
            <p:ph type="subTitle" idx="1"/>
          </p:nvPr>
        </p:nvSpPr>
        <p:spPr>
          <a:xfrm>
            <a:off x="1524000" y="3686012"/>
            <a:ext cx="9144000" cy="445987"/>
          </a:xfrm>
          <a:prstGeom prst="rect">
            <a:avLst/>
          </a:prstGeom>
        </p:spPr>
        <p:txBody>
          <a:bodyPr>
            <a:noAutofit/>
          </a:bodyPr>
          <a:lstStyle>
            <a:lvl1pPr marL="0" indent="0" algn="ctr">
              <a:buNone/>
              <a:defRPr sz="26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Slide Number Placeholder 5">
            <a:extLst>
              <a:ext uri="{FF2B5EF4-FFF2-40B4-BE49-F238E27FC236}">
                <a16:creationId xmlns:a16="http://schemas.microsoft.com/office/drawing/2014/main" id="{8AE8C83D-9332-4AA3-A687-19395E8264DF}"/>
              </a:ext>
            </a:extLst>
          </p:cNvPr>
          <p:cNvSpPr>
            <a:spLocks noGrp="1"/>
          </p:cNvSpPr>
          <p:nvPr>
            <p:ph type="sldNum" sz="quarter" idx="12"/>
          </p:nvPr>
        </p:nvSpPr>
        <p:spPr>
          <a:xfrm>
            <a:off x="9199880" y="6352540"/>
            <a:ext cx="2743200" cy="365125"/>
          </a:xfrm>
          <a:prstGeom prst="rect">
            <a:avLst/>
          </a:prstGeom>
        </p:spPr>
        <p:txBody>
          <a:bodyPr/>
          <a:lstStyle>
            <a:lvl1pPr algn="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
        <p:nvSpPr>
          <p:cNvPr id="7" name="Rectangle 6">
            <a:extLst>
              <a:ext uri="{FF2B5EF4-FFF2-40B4-BE49-F238E27FC236}">
                <a16:creationId xmlns:a16="http://schemas.microsoft.com/office/drawing/2014/main" id="{9E3E90D3-3A88-4C42-9FC7-3F8911146C6E}"/>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10" name="Picture 9" descr="Great Lakes ADA Center Logo">
            <a:extLst>
              <a:ext uri="{FF2B5EF4-FFF2-40B4-BE49-F238E27FC236}">
                <a16:creationId xmlns:a16="http://schemas.microsoft.com/office/drawing/2014/main" id="{063C4914-6CDC-4E2A-8601-8D963CA7C5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1" name="TextBox 10">
            <a:extLst>
              <a:ext uri="{FF2B5EF4-FFF2-40B4-BE49-F238E27FC236}">
                <a16:creationId xmlns:a16="http://schemas.microsoft.com/office/drawing/2014/main" id="{7A4361BA-743B-4239-B1F2-F6EBEDCC2EC1}"/>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Tree>
    <p:extLst>
      <p:ext uri="{BB962C8B-B14F-4D97-AF65-F5344CB8AC3E}">
        <p14:creationId xmlns:p14="http://schemas.microsoft.com/office/powerpoint/2010/main" val="4192679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A45C6-2D39-4CAA-AAB8-1B99E4A13C91}"/>
              </a:ext>
            </a:extLst>
          </p:cNvPr>
          <p:cNvSpPr>
            <a:spLocks noGrp="1"/>
          </p:cNvSpPr>
          <p:nvPr>
            <p:ph type="title"/>
          </p:nvPr>
        </p:nvSpPr>
        <p:spPr>
          <a:xfrm>
            <a:off x="838200" y="793267"/>
            <a:ext cx="10515600" cy="961496"/>
          </a:xfrm>
          <a:prstGeom prst="rect">
            <a:avLst/>
          </a:prstGeom>
        </p:spPr>
        <p:txBody>
          <a:bodyPr>
            <a:normAutofit/>
          </a:bodyPr>
          <a:lstStyle>
            <a:lvl1pPr>
              <a:defRPr sz="4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438BC5F2-7BED-4188-839B-AB7B42659ED6}"/>
              </a:ext>
            </a:extLst>
          </p:cNvPr>
          <p:cNvSpPr>
            <a:spLocks noGrp="1"/>
          </p:cNvSpPr>
          <p:nvPr>
            <p:ph idx="1"/>
          </p:nvPr>
        </p:nvSpPr>
        <p:spPr>
          <a:xfrm>
            <a:off x="838200" y="1823283"/>
            <a:ext cx="10515600" cy="4353680"/>
          </a:xfrm>
          <a:prstGeom prst="rect">
            <a:avLst/>
          </a:prstGeom>
        </p:spPr>
        <p:txBody>
          <a:bodyPr/>
          <a:lstStyle>
            <a:lvl1pPr marL="0" indent="0">
              <a:buNone/>
              <a:defRPr b="1">
                <a:latin typeface="Arial" panose="020B0604020202020204" pitchFamily="34" charset="0"/>
                <a:cs typeface="Arial" panose="020B0604020202020204" pitchFamily="34" charset="0"/>
              </a:defRPr>
            </a:lvl1pPr>
            <a:lvl2pPr indent="-182880">
              <a:lnSpc>
                <a:spcPct val="100000"/>
              </a:lnSpc>
              <a:spcBef>
                <a:spcPts val="600"/>
              </a:spcBef>
              <a:defRPr sz="2600" baseline="0">
                <a:latin typeface="Arial" panose="020B0604020202020204" pitchFamily="34" charset="0"/>
                <a:cs typeface="Arial" panose="020B0604020202020204" pitchFamily="34" charset="0"/>
              </a:defRPr>
            </a:lvl2pPr>
            <a:lvl3pPr marL="1143000" indent="-182880">
              <a:lnSpc>
                <a:spcPct val="100000"/>
              </a:lnSpc>
              <a:spcBef>
                <a:spcPts val="600"/>
              </a:spcBef>
              <a:buSzPct val="90000"/>
              <a:buFont typeface="Wingdings" panose="05000000000000000000" pitchFamily="2" charset="2"/>
              <a:buChar char="§"/>
              <a:defRPr sz="2400">
                <a:latin typeface="Arial" panose="020B0604020202020204" pitchFamily="34" charset="0"/>
                <a:cs typeface="Arial" panose="020B0604020202020204" pitchFamily="34" charset="0"/>
              </a:defRPr>
            </a:lvl3pPr>
            <a:lvl4pPr marL="1600200" indent="-182880">
              <a:lnSpc>
                <a:spcPct val="100000"/>
              </a:lnSpc>
              <a:spcBef>
                <a:spcPts val="600"/>
              </a:spcBef>
              <a:buSzPct val="100000"/>
              <a:buFont typeface="Arial" panose="020B0604020202020204" pitchFamily="34" charset="0"/>
              <a:buChar char="−"/>
              <a:defRPr sz="2200">
                <a:latin typeface="Arial" panose="020B0604020202020204" pitchFamily="34" charset="0"/>
                <a:cs typeface="Arial" panose="020B0604020202020204" pitchFamily="34" charset="0"/>
              </a:defRPr>
            </a:lvl4pPr>
            <a:lvl5pPr marL="2057400" indent="-182880">
              <a:lnSpc>
                <a:spcPct val="100000"/>
              </a:lnSpc>
              <a:spcBef>
                <a:spcPts val="600"/>
              </a:spcBef>
              <a:buSzPct val="100000"/>
              <a:buFont typeface="Arial" panose="020B0604020202020204" pitchFamily="34" charset="0"/>
              <a:buChar char="•"/>
              <a:defRPr sz="22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0C30E95-B5EC-4389-84F8-9D8ACD4E1782}"/>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417380DD-8276-4811-83A9-3D963CE4FD7A}"/>
              </a:ext>
            </a:extLst>
          </p:cNvPr>
          <p:cNvSpPr>
            <a:spLocks noGrp="1"/>
          </p:cNvSpPr>
          <p:nvPr>
            <p:ph type="ftr" sz="quarter" idx="11"/>
          </p:nvPr>
        </p:nvSpPr>
        <p:spPr/>
        <p:txBody>
          <a:bodyPr/>
          <a:lstStyle/>
          <a:p>
            <a:endParaRPr lang="en-US" dirty="0"/>
          </a:p>
        </p:txBody>
      </p:sp>
      <p:sp>
        <p:nvSpPr>
          <p:cNvPr id="7" name="Rectangle 6">
            <a:extLst>
              <a:ext uri="{FF2B5EF4-FFF2-40B4-BE49-F238E27FC236}">
                <a16:creationId xmlns:a16="http://schemas.microsoft.com/office/drawing/2014/main" id="{3805A767-A071-4356-B862-8141438BE659}"/>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8" name="Picture 7" descr="Great Lakes ADA Center Logo">
            <a:extLst>
              <a:ext uri="{FF2B5EF4-FFF2-40B4-BE49-F238E27FC236}">
                <a16:creationId xmlns:a16="http://schemas.microsoft.com/office/drawing/2014/main" id="{F7512FE2-31F3-45F6-AB6E-262603B756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9" name="TextBox 8">
            <a:extLst>
              <a:ext uri="{FF2B5EF4-FFF2-40B4-BE49-F238E27FC236}">
                <a16:creationId xmlns:a16="http://schemas.microsoft.com/office/drawing/2014/main" id="{A10A531D-88C5-4E50-B1B1-77921D291A6D}"/>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
        <p:nvSpPr>
          <p:cNvPr id="10" name="Slide Number Placeholder 5">
            <a:extLst>
              <a:ext uri="{FF2B5EF4-FFF2-40B4-BE49-F238E27FC236}">
                <a16:creationId xmlns:a16="http://schemas.microsoft.com/office/drawing/2014/main" id="{5E718D1A-8C96-4B6D-AE6F-5F520AEB52BD}"/>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pic>
        <p:nvPicPr>
          <p:cNvPr id="12" name="Picture 11" descr="A blue and black logo&#10;&#10;Description automatically generated with medium confidence">
            <a:extLst>
              <a:ext uri="{FF2B5EF4-FFF2-40B4-BE49-F238E27FC236}">
                <a16:creationId xmlns:a16="http://schemas.microsoft.com/office/drawing/2014/main" id="{9316E9A4-964C-46CE-873A-2C0820133B5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Tree>
    <p:extLst>
      <p:ext uri="{BB962C8B-B14F-4D97-AF65-F5344CB8AC3E}">
        <p14:creationId xmlns:p14="http://schemas.microsoft.com/office/powerpoint/2010/main" val="1726645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1C3E6-4F14-4493-A95F-5AE51C3867FA}"/>
              </a:ext>
            </a:extLst>
          </p:cNvPr>
          <p:cNvSpPr>
            <a:spLocks noGrp="1"/>
          </p:cNvSpPr>
          <p:nvPr>
            <p:ph type="title"/>
          </p:nvPr>
        </p:nvSpPr>
        <p:spPr>
          <a:xfrm>
            <a:off x="831850" y="1709738"/>
            <a:ext cx="10515600" cy="2852737"/>
          </a:xfrm>
          <a:prstGeom prst="rect">
            <a:avLst/>
          </a:prstGeom>
        </p:spPr>
        <p:txBody>
          <a:bodyPr anchor="b">
            <a:normAutofit/>
          </a:bodyPr>
          <a:lstStyle>
            <a:lvl1pPr>
              <a:defRPr sz="5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Text Placeholder 2">
            <a:extLst>
              <a:ext uri="{FF2B5EF4-FFF2-40B4-BE49-F238E27FC236}">
                <a16:creationId xmlns:a16="http://schemas.microsoft.com/office/drawing/2014/main" id="{B30AC31A-C92F-4518-ABEE-8CD6CA202F4A}"/>
              </a:ext>
            </a:extLst>
          </p:cNvPr>
          <p:cNvSpPr>
            <a:spLocks noGrp="1"/>
          </p:cNvSpPr>
          <p:nvPr>
            <p:ph type="body" idx="1"/>
          </p:nvPr>
        </p:nvSpPr>
        <p:spPr>
          <a:xfrm>
            <a:off x="831850" y="4589463"/>
            <a:ext cx="10515600" cy="1500187"/>
          </a:xfrm>
          <a:prstGeom prst="rect">
            <a:avLst/>
          </a:prstGeom>
        </p:spPr>
        <p:txBody>
          <a:bodyPr/>
          <a:lstStyle>
            <a:lvl1pPr marL="0" indent="0">
              <a:buNone/>
              <a:defRPr sz="2400" b="0">
                <a:solidFill>
                  <a:schemeClr val="tx1"/>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C65140FE-8272-4BBE-AC7A-76C6704F22F2}"/>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D8BE251F-0289-47CA-A1F7-AA5CE80E9FAF}"/>
              </a:ext>
            </a:extLst>
          </p:cNvPr>
          <p:cNvSpPr>
            <a:spLocks noGrp="1"/>
          </p:cNvSpPr>
          <p:nvPr>
            <p:ph type="ftr" sz="quarter" idx="11"/>
          </p:nvPr>
        </p:nvSpPr>
        <p:spPr/>
        <p:txBody>
          <a:bodyPr/>
          <a:lstStyle/>
          <a:p>
            <a:endParaRPr lang="en-US" dirty="0"/>
          </a:p>
        </p:txBody>
      </p:sp>
      <p:sp>
        <p:nvSpPr>
          <p:cNvPr id="7" name="Rectangle 6">
            <a:extLst>
              <a:ext uri="{FF2B5EF4-FFF2-40B4-BE49-F238E27FC236}">
                <a16:creationId xmlns:a16="http://schemas.microsoft.com/office/drawing/2014/main" id="{B4AF4C47-64C5-420C-A05B-CC30B5FCE271}"/>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8" name="Picture 7" descr="Great Lakes ADA Center Logo">
            <a:extLst>
              <a:ext uri="{FF2B5EF4-FFF2-40B4-BE49-F238E27FC236}">
                <a16:creationId xmlns:a16="http://schemas.microsoft.com/office/drawing/2014/main" id="{61A85098-592F-4DC9-8019-4353E5F509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9" name="TextBox 8">
            <a:extLst>
              <a:ext uri="{FF2B5EF4-FFF2-40B4-BE49-F238E27FC236}">
                <a16:creationId xmlns:a16="http://schemas.microsoft.com/office/drawing/2014/main" id="{AD9BE9B6-9CD1-4605-AE7B-F009A0F30DB1}"/>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
        <p:nvSpPr>
          <p:cNvPr id="10" name="Slide Number Placeholder 5">
            <a:extLst>
              <a:ext uri="{FF2B5EF4-FFF2-40B4-BE49-F238E27FC236}">
                <a16:creationId xmlns:a16="http://schemas.microsoft.com/office/drawing/2014/main" id="{CA5FB1DC-BCDB-4814-B3F4-C086DC3D0551}"/>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Tree>
    <p:extLst>
      <p:ext uri="{BB962C8B-B14F-4D97-AF65-F5344CB8AC3E}">
        <p14:creationId xmlns:p14="http://schemas.microsoft.com/office/powerpoint/2010/main" val="835784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1E0C3B-3AD2-40B9-B584-A8CB95D95665}"/>
              </a:ext>
            </a:extLst>
          </p:cNvPr>
          <p:cNvSpPr>
            <a:spLocks noGrp="1"/>
          </p:cNvSpPr>
          <p:nvPr>
            <p:ph sz="half" idx="1"/>
          </p:nvPr>
        </p:nvSpPr>
        <p:spPr>
          <a:xfrm>
            <a:off x="838200" y="1823283"/>
            <a:ext cx="5334000" cy="4223040"/>
          </a:xfrm>
          <a:prstGeom prst="rect">
            <a:avLst/>
          </a:prstGeom>
        </p:spPr>
        <p:txBody>
          <a:bodyPr/>
          <a:lstStyle>
            <a:lvl1pPr marL="0" indent="0">
              <a:buNone/>
              <a:defRPr b="1">
                <a:latin typeface="Arial" panose="020B0604020202020204" pitchFamily="34" charset="0"/>
                <a:cs typeface="Arial" panose="020B0604020202020204" pitchFamily="34" charset="0"/>
              </a:defRPr>
            </a:lvl1pPr>
            <a:lvl2pPr indent="-182880" algn="l" defTabSz="914400" rtl="0" eaLnBrk="1" latinLnBrk="0" hangingPunct="1">
              <a:lnSpc>
                <a:spcPct val="100000"/>
              </a:lnSpc>
              <a:spcBef>
                <a:spcPts val="600"/>
              </a:spcBef>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8446652-59E9-447E-8DE5-DDC23C203AD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E7186E85-3B71-426E-970C-250A0BF767DC}"/>
              </a:ext>
            </a:extLst>
          </p:cNvPr>
          <p:cNvSpPr>
            <a:spLocks noGrp="1"/>
          </p:cNvSpPr>
          <p:nvPr>
            <p:ph type="ftr" sz="quarter" idx="11"/>
          </p:nvPr>
        </p:nvSpPr>
        <p:spPr/>
        <p:txBody>
          <a:bodyPr/>
          <a:lstStyle/>
          <a:p>
            <a:endParaRPr lang="en-US" dirty="0"/>
          </a:p>
        </p:txBody>
      </p:sp>
      <p:sp>
        <p:nvSpPr>
          <p:cNvPr id="8" name="Rectangle 7">
            <a:extLst>
              <a:ext uri="{FF2B5EF4-FFF2-40B4-BE49-F238E27FC236}">
                <a16:creationId xmlns:a16="http://schemas.microsoft.com/office/drawing/2014/main" id="{06D4CC1D-9749-47F2-9F1C-4395A5EB78DC}"/>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9" name="Picture 8" descr="Great Lakes ADA Center Logo">
            <a:extLst>
              <a:ext uri="{FF2B5EF4-FFF2-40B4-BE49-F238E27FC236}">
                <a16:creationId xmlns:a16="http://schemas.microsoft.com/office/drawing/2014/main" id="{9B4D940D-154E-4428-8CD8-15247DAD600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0" name="TextBox 9">
            <a:extLst>
              <a:ext uri="{FF2B5EF4-FFF2-40B4-BE49-F238E27FC236}">
                <a16:creationId xmlns:a16="http://schemas.microsoft.com/office/drawing/2014/main" id="{CED8A158-8BB6-417C-B6BF-41D3646CAEFE}"/>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
        <p:nvSpPr>
          <p:cNvPr id="12" name="Slide Number Placeholder 5">
            <a:extLst>
              <a:ext uri="{FF2B5EF4-FFF2-40B4-BE49-F238E27FC236}">
                <a16:creationId xmlns:a16="http://schemas.microsoft.com/office/drawing/2014/main" id="{75BFECCB-0466-4C1B-B5D4-ED9D5EFED82E}"/>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pic>
        <p:nvPicPr>
          <p:cNvPr id="13" name="Picture 12" descr="A blue and black logo&#10;&#10;Description automatically generated with medium confidence">
            <a:extLst>
              <a:ext uri="{FF2B5EF4-FFF2-40B4-BE49-F238E27FC236}">
                <a16:creationId xmlns:a16="http://schemas.microsoft.com/office/drawing/2014/main" id="{F3681B53-9206-4AC5-96C2-FE910C0A122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14" name="Content Placeholder 2">
            <a:extLst>
              <a:ext uri="{FF2B5EF4-FFF2-40B4-BE49-F238E27FC236}">
                <a16:creationId xmlns:a16="http://schemas.microsoft.com/office/drawing/2014/main" id="{1A1D122C-5EA1-4887-BE48-3D0CC2063A5B}"/>
              </a:ext>
            </a:extLst>
          </p:cNvPr>
          <p:cNvSpPr>
            <a:spLocks noGrp="1"/>
          </p:cNvSpPr>
          <p:nvPr>
            <p:ph sz="half" idx="13"/>
          </p:nvPr>
        </p:nvSpPr>
        <p:spPr>
          <a:xfrm>
            <a:off x="6183560" y="1823282"/>
            <a:ext cx="5334000" cy="4223040"/>
          </a:xfrm>
          <a:prstGeom prst="rect">
            <a:avLst/>
          </a:prstGeom>
        </p:spPr>
        <p:txBody>
          <a:bodyPr/>
          <a:lstStyle>
            <a:lvl1pPr marL="0" indent="0">
              <a:buNone/>
              <a:defRPr b="1">
                <a:latin typeface="Arial" panose="020B0604020202020204" pitchFamily="34" charset="0"/>
                <a:cs typeface="Arial" panose="020B0604020202020204" pitchFamily="34" charset="0"/>
              </a:defRPr>
            </a:lvl1pPr>
            <a:lvl2pPr indent="-182880" algn="l" defTabSz="914400" rtl="0" eaLnBrk="1" latinLnBrk="0" hangingPunct="1">
              <a:lnSpc>
                <a:spcPct val="100000"/>
              </a:lnSpc>
              <a:spcBef>
                <a:spcPts val="600"/>
              </a:spcBef>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itle 1">
            <a:extLst>
              <a:ext uri="{FF2B5EF4-FFF2-40B4-BE49-F238E27FC236}">
                <a16:creationId xmlns:a16="http://schemas.microsoft.com/office/drawing/2014/main" id="{1869BF63-28BC-4E67-80CA-4A26E9AE9EDE}"/>
              </a:ext>
            </a:extLst>
          </p:cNvPr>
          <p:cNvSpPr>
            <a:spLocks noGrp="1"/>
          </p:cNvSpPr>
          <p:nvPr>
            <p:ph type="title"/>
          </p:nvPr>
        </p:nvSpPr>
        <p:spPr>
          <a:xfrm>
            <a:off x="838200" y="793267"/>
            <a:ext cx="10515600" cy="961496"/>
          </a:xfrm>
          <a:prstGeom prst="rect">
            <a:avLst/>
          </a:prstGeom>
        </p:spPr>
        <p:txBody>
          <a:bodyPr>
            <a:normAutofit/>
          </a:bodyPr>
          <a:lstStyle>
            <a:lvl1pPr>
              <a:defRPr sz="4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2601110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B89D18-FEBB-4366-AAF1-9E031C54EE16}"/>
              </a:ext>
            </a:extLst>
          </p:cNvPr>
          <p:cNvSpPr>
            <a:spLocks noGrp="1"/>
          </p:cNvSpPr>
          <p:nvPr>
            <p:ph type="body" idx="1"/>
          </p:nvPr>
        </p:nvSpPr>
        <p:spPr>
          <a:xfrm>
            <a:off x="839787" y="1823283"/>
            <a:ext cx="5311755" cy="681792"/>
          </a:xfrm>
          <a:prstGeom prst="rect">
            <a:avLst/>
          </a:prstGeom>
        </p:spPr>
        <p:txBody>
          <a:bodyPr anchor="b">
            <a:noAutofit/>
          </a:bodyPr>
          <a:lstStyle>
            <a:lvl1pPr marL="0" indent="0">
              <a:buNone/>
              <a:defRPr sz="28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A0C0206A-6894-4182-86E8-7AD013C4B233}"/>
              </a:ext>
            </a:extLst>
          </p:cNvPr>
          <p:cNvSpPr>
            <a:spLocks noGrp="1"/>
          </p:cNvSpPr>
          <p:nvPr>
            <p:ph type="body" sz="quarter" idx="3"/>
          </p:nvPr>
        </p:nvSpPr>
        <p:spPr>
          <a:xfrm>
            <a:off x="6415503" y="1821446"/>
            <a:ext cx="5311755" cy="681793"/>
          </a:xfrm>
          <a:prstGeom prst="rect">
            <a:avLst/>
          </a:prstGeom>
        </p:spPr>
        <p:txBody>
          <a:bodyPr anchor="b">
            <a:noAutofit/>
          </a:bodyPr>
          <a:lstStyle>
            <a:lvl1pPr marL="0" indent="0">
              <a:buNone/>
              <a:defRPr sz="28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Date Placeholder 6">
            <a:extLst>
              <a:ext uri="{FF2B5EF4-FFF2-40B4-BE49-F238E27FC236}">
                <a16:creationId xmlns:a16="http://schemas.microsoft.com/office/drawing/2014/main" id="{98CD63A9-E7CA-49AC-ACBE-FA8D1F9AA59E}"/>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6F221F0F-BE4E-4A93-B2EB-02933E330628}"/>
              </a:ext>
            </a:extLst>
          </p:cNvPr>
          <p:cNvSpPr>
            <a:spLocks noGrp="1"/>
          </p:cNvSpPr>
          <p:nvPr>
            <p:ph type="ftr" sz="quarter" idx="11"/>
          </p:nvPr>
        </p:nvSpPr>
        <p:spPr/>
        <p:txBody>
          <a:bodyPr/>
          <a:lstStyle/>
          <a:p>
            <a:endParaRPr lang="en-US" dirty="0"/>
          </a:p>
        </p:txBody>
      </p:sp>
      <p:sp>
        <p:nvSpPr>
          <p:cNvPr id="10" name="Rectangle 9">
            <a:extLst>
              <a:ext uri="{FF2B5EF4-FFF2-40B4-BE49-F238E27FC236}">
                <a16:creationId xmlns:a16="http://schemas.microsoft.com/office/drawing/2014/main" id="{1F777C50-0445-4424-9486-6AE6027BD038}"/>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11" name="Picture 10" descr="Great Lakes ADA Center Logo">
            <a:extLst>
              <a:ext uri="{FF2B5EF4-FFF2-40B4-BE49-F238E27FC236}">
                <a16:creationId xmlns:a16="http://schemas.microsoft.com/office/drawing/2014/main" id="{FBFBEB4D-1F79-48A5-83E1-5B296A7352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2" name="TextBox 11">
            <a:extLst>
              <a:ext uri="{FF2B5EF4-FFF2-40B4-BE49-F238E27FC236}">
                <a16:creationId xmlns:a16="http://schemas.microsoft.com/office/drawing/2014/main" id="{888978D7-9BD4-45C1-B334-30DF7DEC778C}"/>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
        <p:nvSpPr>
          <p:cNvPr id="14" name="Slide Number Placeholder 5">
            <a:extLst>
              <a:ext uri="{FF2B5EF4-FFF2-40B4-BE49-F238E27FC236}">
                <a16:creationId xmlns:a16="http://schemas.microsoft.com/office/drawing/2014/main" id="{D54A9D79-D4FF-46CC-85A3-841236EF8DCF}"/>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
        <p:nvSpPr>
          <p:cNvPr id="17" name="Content Placeholder 2">
            <a:extLst>
              <a:ext uri="{FF2B5EF4-FFF2-40B4-BE49-F238E27FC236}">
                <a16:creationId xmlns:a16="http://schemas.microsoft.com/office/drawing/2014/main" id="{144E307B-A373-41F5-A858-679BB34EDFAC}"/>
              </a:ext>
            </a:extLst>
          </p:cNvPr>
          <p:cNvSpPr>
            <a:spLocks noGrp="1"/>
          </p:cNvSpPr>
          <p:nvPr>
            <p:ph sz="half" idx="13"/>
          </p:nvPr>
        </p:nvSpPr>
        <p:spPr>
          <a:xfrm>
            <a:off x="838200" y="2573595"/>
            <a:ext cx="5334000" cy="3472727"/>
          </a:xfrm>
          <a:prstGeom prst="rect">
            <a:avLst/>
          </a:prstGeom>
        </p:spPr>
        <p:txBody>
          <a:bodyPr/>
          <a:lstStyle>
            <a:lvl1pPr marL="0" indent="0">
              <a:buNone/>
              <a:defRPr b="0">
                <a:latin typeface="Arial" panose="020B0604020202020204" pitchFamily="34" charset="0"/>
                <a:cs typeface="Arial" panose="020B0604020202020204" pitchFamily="34" charset="0"/>
              </a:defRPr>
            </a:lvl1pPr>
            <a:lvl2pPr indent="-182880" algn="l" defTabSz="914400" rtl="0" eaLnBrk="1" latinLnBrk="0" hangingPunct="1">
              <a:lnSpc>
                <a:spcPct val="100000"/>
              </a:lnSpc>
              <a:spcBef>
                <a:spcPts val="600"/>
              </a:spcBef>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a:extLst>
              <a:ext uri="{FF2B5EF4-FFF2-40B4-BE49-F238E27FC236}">
                <a16:creationId xmlns:a16="http://schemas.microsoft.com/office/drawing/2014/main" id="{3A6B19AB-6343-4688-8712-9DB1D0FEB8C2}"/>
              </a:ext>
            </a:extLst>
          </p:cNvPr>
          <p:cNvSpPr>
            <a:spLocks noGrp="1"/>
          </p:cNvSpPr>
          <p:nvPr>
            <p:ph sz="half" idx="14"/>
          </p:nvPr>
        </p:nvSpPr>
        <p:spPr>
          <a:xfrm>
            <a:off x="6404380" y="2569922"/>
            <a:ext cx="5334000" cy="3476400"/>
          </a:xfrm>
          <a:prstGeom prst="rect">
            <a:avLst/>
          </a:prstGeom>
        </p:spPr>
        <p:txBody>
          <a:bodyPr/>
          <a:lstStyle>
            <a:lvl1pPr marL="0" indent="0">
              <a:buNone/>
              <a:defRPr b="0">
                <a:latin typeface="Arial" panose="020B0604020202020204" pitchFamily="34" charset="0"/>
                <a:cs typeface="Arial" panose="020B0604020202020204" pitchFamily="34" charset="0"/>
              </a:defRPr>
            </a:lvl1pPr>
            <a:lvl2pPr indent="-182880" algn="l" defTabSz="914400" rtl="0" eaLnBrk="1" latinLnBrk="0" hangingPunct="1">
              <a:lnSpc>
                <a:spcPct val="100000"/>
              </a:lnSpc>
              <a:spcBef>
                <a:spcPts val="600"/>
              </a:spcBef>
              <a:defRPr lang="en-US" sz="2600" kern="1200" dirty="0" smtClean="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lang="en-US" sz="2400" kern="1200" dirty="0" smtClean="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SzPct val="100000"/>
              <a:buFont typeface="Arial" panose="020B0604020202020204" pitchFamily="34" charset="0"/>
              <a:buChar char="−"/>
              <a:defRPr lang="en-US" sz="2200" kern="1200" dirty="0" smtClean="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lang="en-US" sz="2000" kern="1200" dirty="0">
                <a:solidFill>
                  <a:schemeClr val="tx1"/>
                </a:solidFill>
                <a:latin typeface="Arial" panose="020B0604020202020204" pitchFamily="34" charset="0"/>
                <a:ea typeface="+mn-ea"/>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9" name="Picture 18" descr="A blue and black logo&#10;&#10;Description automatically generated with medium confidence">
            <a:extLst>
              <a:ext uri="{FF2B5EF4-FFF2-40B4-BE49-F238E27FC236}">
                <a16:creationId xmlns:a16="http://schemas.microsoft.com/office/drawing/2014/main" id="{4E81C796-9A75-4B52-9431-4799EB1F405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20" name="Title 1">
            <a:extLst>
              <a:ext uri="{FF2B5EF4-FFF2-40B4-BE49-F238E27FC236}">
                <a16:creationId xmlns:a16="http://schemas.microsoft.com/office/drawing/2014/main" id="{6B6993ED-B142-4D9C-B3D8-D9AC6A174CF1}"/>
              </a:ext>
            </a:extLst>
          </p:cNvPr>
          <p:cNvSpPr>
            <a:spLocks noGrp="1"/>
          </p:cNvSpPr>
          <p:nvPr>
            <p:ph type="title"/>
          </p:nvPr>
        </p:nvSpPr>
        <p:spPr>
          <a:xfrm>
            <a:off x="838200" y="793267"/>
            <a:ext cx="10515600" cy="961496"/>
          </a:xfrm>
          <a:prstGeom prst="rect">
            <a:avLst/>
          </a:prstGeom>
        </p:spPr>
        <p:txBody>
          <a:bodyPr>
            <a:normAutofit/>
          </a:bodyPr>
          <a:lstStyle>
            <a:lvl1pPr>
              <a:defRPr sz="4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269661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C102C23-2683-4B4B-AA23-37E6B1F8AB67}"/>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7E9F4F8C-3111-44C7-8636-B529776FF520}"/>
              </a:ext>
            </a:extLst>
          </p:cNvPr>
          <p:cNvSpPr>
            <a:spLocks noGrp="1"/>
          </p:cNvSpPr>
          <p:nvPr>
            <p:ph type="ftr" sz="quarter" idx="11"/>
          </p:nvPr>
        </p:nvSpPr>
        <p:spPr/>
        <p:txBody>
          <a:bodyPr/>
          <a:lstStyle/>
          <a:p>
            <a:endParaRPr lang="en-US" dirty="0"/>
          </a:p>
        </p:txBody>
      </p:sp>
      <p:sp>
        <p:nvSpPr>
          <p:cNvPr id="6" name="Rectangle 5">
            <a:extLst>
              <a:ext uri="{FF2B5EF4-FFF2-40B4-BE49-F238E27FC236}">
                <a16:creationId xmlns:a16="http://schemas.microsoft.com/office/drawing/2014/main" id="{8D7CB051-7C34-43BC-B62E-A2AC7EA49B45}"/>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7" name="Picture 6" descr="Great Lakes ADA Center Logo">
            <a:extLst>
              <a:ext uri="{FF2B5EF4-FFF2-40B4-BE49-F238E27FC236}">
                <a16:creationId xmlns:a16="http://schemas.microsoft.com/office/drawing/2014/main" id="{CB9B59AE-C96C-4C0B-A851-FBFC90FAED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8" name="TextBox 7">
            <a:extLst>
              <a:ext uri="{FF2B5EF4-FFF2-40B4-BE49-F238E27FC236}">
                <a16:creationId xmlns:a16="http://schemas.microsoft.com/office/drawing/2014/main" id="{1F1CD3B2-8302-42DA-B1F4-99AA733CF3D4}"/>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sp>
        <p:nvSpPr>
          <p:cNvPr id="9" name="Slide Number Placeholder 5">
            <a:extLst>
              <a:ext uri="{FF2B5EF4-FFF2-40B4-BE49-F238E27FC236}">
                <a16:creationId xmlns:a16="http://schemas.microsoft.com/office/drawing/2014/main" id="{5DCCD664-C7F3-466C-9D7C-35A5A085B877}"/>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pic>
        <p:nvPicPr>
          <p:cNvPr id="10" name="Picture 9" descr="A blue and black logo&#10;&#10;Description automatically generated with medium confidence">
            <a:extLst>
              <a:ext uri="{FF2B5EF4-FFF2-40B4-BE49-F238E27FC236}">
                <a16:creationId xmlns:a16="http://schemas.microsoft.com/office/drawing/2014/main" id="{1BC79AB4-4F85-4403-BE09-084B431A7C3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12" name="Title 1">
            <a:extLst>
              <a:ext uri="{FF2B5EF4-FFF2-40B4-BE49-F238E27FC236}">
                <a16:creationId xmlns:a16="http://schemas.microsoft.com/office/drawing/2014/main" id="{C050C4CD-01E7-48D5-8ECC-647274FC5CA6}"/>
              </a:ext>
            </a:extLst>
          </p:cNvPr>
          <p:cNvSpPr>
            <a:spLocks noGrp="1"/>
          </p:cNvSpPr>
          <p:nvPr>
            <p:ph type="title"/>
          </p:nvPr>
        </p:nvSpPr>
        <p:spPr>
          <a:xfrm>
            <a:off x="838200" y="793267"/>
            <a:ext cx="10515600" cy="961496"/>
          </a:xfrm>
          <a:prstGeom prst="rect">
            <a:avLst/>
          </a:prstGeom>
        </p:spPr>
        <p:txBody>
          <a:bodyPr>
            <a:normAutofit/>
          </a:bodyPr>
          <a:lstStyle>
            <a:lvl1pPr>
              <a:defRPr sz="40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3889099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F33D2-6A5C-48E9-A65B-5BEA71498A52}"/>
              </a:ext>
            </a:extLst>
          </p:cNvPr>
          <p:cNvSpPr>
            <a:spLocks noGrp="1"/>
          </p:cNvSpPr>
          <p:nvPr>
            <p:ph type="title"/>
          </p:nvPr>
        </p:nvSpPr>
        <p:spPr>
          <a:xfrm>
            <a:off x="839788" y="987425"/>
            <a:ext cx="3932237" cy="1069974"/>
          </a:xfrm>
          <a:prstGeom prst="rect">
            <a:avLst/>
          </a:prstGeom>
        </p:spPr>
        <p:txBody>
          <a:bodyPr anchor="b">
            <a:noAutofit/>
          </a:bodyPr>
          <a:lstStyle>
            <a:lvl1pPr>
              <a:defRPr sz="36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4" name="Text Placeholder 3">
            <a:extLst>
              <a:ext uri="{FF2B5EF4-FFF2-40B4-BE49-F238E27FC236}">
                <a16:creationId xmlns:a16="http://schemas.microsoft.com/office/drawing/2014/main" id="{7C5036BB-774C-4A49-A56A-24783B628134}"/>
              </a:ext>
            </a:extLst>
          </p:cNvPr>
          <p:cNvSpPr>
            <a:spLocks noGrp="1"/>
          </p:cNvSpPr>
          <p:nvPr>
            <p:ph type="body" sz="half" idx="2"/>
          </p:nvPr>
        </p:nvSpPr>
        <p:spPr>
          <a:xfrm>
            <a:off x="839788" y="2158210"/>
            <a:ext cx="3932237" cy="3710777"/>
          </a:xfrm>
          <a:prstGeom prst="rect">
            <a:avLst/>
          </a:prstGeom>
        </p:spPr>
        <p:txBody>
          <a:bodyPr>
            <a:normAutofit/>
          </a:bodyPr>
          <a:lstStyle>
            <a:lvl1pPr marL="0" indent="0">
              <a:buNone/>
              <a:defRPr sz="2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65706DE4-249F-4186-B59D-508D75FF3D3B}"/>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D35D79A-C33C-4C23-AA78-D88A74F47B99}"/>
              </a:ext>
            </a:extLst>
          </p:cNvPr>
          <p:cNvSpPr>
            <a:spLocks noGrp="1"/>
          </p:cNvSpPr>
          <p:nvPr>
            <p:ph type="ftr" sz="quarter" idx="11"/>
          </p:nvPr>
        </p:nvSpPr>
        <p:spPr/>
        <p:txBody>
          <a:bodyPr/>
          <a:lstStyle/>
          <a:p>
            <a:endParaRPr lang="en-US" dirty="0"/>
          </a:p>
        </p:txBody>
      </p:sp>
      <p:sp>
        <p:nvSpPr>
          <p:cNvPr id="8" name="Rectangle 7">
            <a:extLst>
              <a:ext uri="{FF2B5EF4-FFF2-40B4-BE49-F238E27FC236}">
                <a16:creationId xmlns:a16="http://schemas.microsoft.com/office/drawing/2014/main" id="{E3C3B159-F006-45E8-8757-6D1448F98D90}"/>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9" name="Picture 8" descr="Great Lakes ADA Center Logo">
            <a:extLst>
              <a:ext uri="{FF2B5EF4-FFF2-40B4-BE49-F238E27FC236}">
                <a16:creationId xmlns:a16="http://schemas.microsoft.com/office/drawing/2014/main" id="{AE0E6BC4-7CEC-42F2-A969-97780A91F8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0" name="TextBox 9">
            <a:extLst>
              <a:ext uri="{FF2B5EF4-FFF2-40B4-BE49-F238E27FC236}">
                <a16:creationId xmlns:a16="http://schemas.microsoft.com/office/drawing/2014/main" id="{E16CA744-EAA5-458D-93EE-F90E3D21A132}"/>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pic>
        <p:nvPicPr>
          <p:cNvPr id="11" name="Picture 10" descr="A blue and black logo&#10;&#10;Description automatically generated with medium confidence">
            <a:extLst>
              <a:ext uri="{FF2B5EF4-FFF2-40B4-BE49-F238E27FC236}">
                <a16:creationId xmlns:a16="http://schemas.microsoft.com/office/drawing/2014/main" id="{A0787189-DCFC-4BC5-87CE-87692C7DE4B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12" name="Slide Number Placeholder 5">
            <a:extLst>
              <a:ext uri="{FF2B5EF4-FFF2-40B4-BE49-F238E27FC236}">
                <a16:creationId xmlns:a16="http://schemas.microsoft.com/office/drawing/2014/main" id="{E7FE86DB-6C5F-43CB-B956-F77EF27C67C9}"/>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
        <p:nvSpPr>
          <p:cNvPr id="13" name="Content Placeholder 2">
            <a:extLst>
              <a:ext uri="{FF2B5EF4-FFF2-40B4-BE49-F238E27FC236}">
                <a16:creationId xmlns:a16="http://schemas.microsoft.com/office/drawing/2014/main" id="{49A905B8-E38D-4A42-B81E-9D9A6851F187}"/>
              </a:ext>
            </a:extLst>
          </p:cNvPr>
          <p:cNvSpPr>
            <a:spLocks noGrp="1"/>
          </p:cNvSpPr>
          <p:nvPr>
            <p:ph idx="1"/>
          </p:nvPr>
        </p:nvSpPr>
        <p:spPr>
          <a:xfrm>
            <a:off x="5020682" y="987426"/>
            <a:ext cx="6922398" cy="4881562"/>
          </a:xfrm>
          <a:prstGeom prst="rect">
            <a:avLst/>
          </a:prstGeom>
        </p:spPr>
        <p:txBody>
          <a:bodyPr/>
          <a:lstStyle>
            <a:lvl1pPr marL="0" indent="0">
              <a:buNone/>
              <a:defRPr b="1">
                <a:latin typeface="Arial" panose="020B0604020202020204" pitchFamily="34" charset="0"/>
                <a:cs typeface="Arial" panose="020B0604020202020204" pitchFamily="34" charset="0"/>
              </a:defRPr>
            </a:lvl1pPr>
            <a:lvl2pPr indent="-182880">
              <a:lnSpc>
                <a:spcPct val="100000"/>
              </a:lnSpc>
              <a:spcBef>
                <a:spcPts val="600"/>
              </a:spcBef>
              <a:defRPr sz="2600">
                <a:latin typeface="Arial" panose="020B0604020202020204" pitchFamily="34" charset="0"/>
                <a:cs typeface="Arial" panose="020B0604020202020204" pitchFamily="34" charset="0"/>
              </a:defRPr>
            </a:lvl2pPr>
            <a:lvl3pPr marL="1143000" indent="-182880">
              <a:lnSpc>
                <a:spcPct val="100000"/>
              </a:lnSpc>
              <a:spcBef>
                <a:spcPts val="600"/>
              </a:spcBef>
              <a:buSzPct val="90000"/>
              <a:buFont typeface="Wingdings" panose="05000000000000000000" pitchFamily="2" charset="2"/>
              <a:buChar char="§"/>
              <a:defRPr sz="2400">
                <a:latin typeface="Arial" panose="020B0604020202020204" pitchFamily="34" charset="0"/>
                <a:cs typeface="Arial" panose="020B0604020202020204" pitchFamily="34" charset="0"/>
              </a:defRPr>
            </a:lvl3pPr>
            <a:lvl4pPr marL="1600200" indent="-182880">
              <a:lnSpc>
                <a:spcPct val="100000"/>
              </a:lnSpc>
              <a:spcBef>
                <a:spcPts val="600"/>
              </a:spcBef>
              <a:buSzPct val="100000"/>
              <a:buFont typeface="Arial" panose="020B0604020202020204" pitchFamily="34" charset="0"/>
              <a:buChar char="−"/>
              <a:defRPr sz="2200">
                <a:latin typeface="Arial" panose="020B0604020202020204" pitchFamily="34" charset="0"/>
                <a:cs typeface="Arial" panose="020B0604020202020204" pitchFamily="34" charset="0"/>
              </a:defRPr>
            </a:lvl4pPr>
            <a:lvl5pPr marL="2057400" indent="-182880">
              <a:lnSpc>
                <a:spcPct val="100000"/>
              </a:lnSpc>
              <a:spcBef>
                <a:spcPts val="600"/>
              </a:spcBef>
              <a:buSzPct val="100000"/>
              <a:buFont typeface="Arial" panose="020B0604020202020204" pitchFamily="34" charset="0"/>
              <a:buChar char="•"/>
              <a:defRPr sz="2000">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1464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A2F218-E0CC-46F0-B4DF-A1B7B469D00A}"/>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5" name="Date Placeholder 4">
            <a:extLst>
              <a:ext uri="{FF2B5EF4-FFF2-40B4-BE49-F238E27FC236}">
                <a16:creationId xmlns:a16="http://schemas.microsoft.com/office/drawing/2014/main" id="{D29F0338-5875-43F6-A614-1A5E719EFCB6}"/>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3305C358-FDE1-46D8-AD25-6107FC3C5418}"/>
              </a:ext>
            </a:extLst>
          </p:cNvPr>
          <p:cNvSpPr>
            <a:spLocks noGrp="1"/>
          </p:cNvSpPr>
          <p:nvPr>
            <p:ph type="ftr" sz="quarter" idx="11"/>
          </p:nvPr>
        </p:nvSpPr>
        <p:spPr/>
        <p:txBody>
          <a:bodyPr/>
          <a:lstStyle/>
          <a:p>
            <a:endParaRPr lang="en-US" dirty="0"/>
          </a:p>
        </p:txBody>
      </p:sp>
      <p:sp>
        <p:nvSpPr>
          <p:cNvPr id="8" name="Title 1">
            <a:extLst>
              <a:ext uri="{FF2B5EF4-FFF2-40B4-BE49-F238E27FC236}">
                <a16:creationId xmlns:a16="http://schemas.microsoft.com/office/drawing/2014/main" id="{CA917260-5A80-4B47-A62F-E589239945BB}"/>
              </a:ext>
            </a:extLst>
          </p:cNvPr>
          <p:cNvSpPr>
            <a:spLocks noGrp="1"/>
          </p:cNvSpPr>
          <p:nvPr>
            <p:ph type="title"/>
          </p:nvPr>
        </p:nvSpPr>
        <p:spPr>
          <a:xfrm>
            <a:off x="839788" y="987425"/>
            <a:ext cx="3932237" cy="1069974"/>
          </a:xfrm>
          <a:prstGeom prst="rect">
            <a:avLst/>
          </a:prstGeom>
        </p:spPr>
        <p:txBody>
          <a:bodyPr anchor="b">
            <a:noAutofit/>
          </a:bodyPr>
          <a:lstStyle>
            <a:lvl1pPr>
              <a:defRPr sz="3600" b="1">
                <a:solidFill>
                  <a:srgbClr val="005580"/>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9" name="Text Placeholder 3">
            <a:extLst>
              <a:ext uri="{FF2B5EF4-FFF2-40B4-BE49-F238E27FC236}">
                <a16:creationId xmlns:a16="http://schemas.microsoft.com/office/drawing/2014/main" id="{66BD97FD-52D7-4D27-BC2D-E0503BA4E5B2}"/>
              </a:ext>
            </a:extLst>
          </p:cNvPr>
          <p:cNvSpPr>
            <a:spLocks noGrp="1"/>
          </p:cNvSpPr>
          <p:nvPr>
            <p:ph type="body" sz="half" idx="2"/>
          </p:nvPr>
        </p:nvSpPr>
        <p:spPr>
          <a:xfrm>
            <a:off x="839788" y="2158210"/>
            <a:ext cx="3932237" cy="3710777"/>
          </a:xfrm>
          <a:prstGeom prst="rect">
            <a:avLst/>
          </a:prstGeom>
        </p:spPr>
        <p:txBody>
          <a:bodyPr>
            <a:normAutofit/>
          </a:bodyPr>
          <a:lstStyle>
            <a:lvl1pPr marL="0" indent="0">
              <a:buNone/>
              <a:defRPr sz="2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0" name="Rectangle 9">
            <a:extLst>
              <a:ext uri="{FF2B5EF4-FFF2-40B4-BE49-F238E27FC236}">
                <a16:creationId xmlns:a16="http://schemas.microsoft.com/office/drawing/2014/main" id="{5EFACB75-0E86-421C-8F2B-8906B61C1F67}"/>
              </a:ext>
            </a:extLst>
          </p:cNvPr>
          <p:cNvSpPr/>
          <p:nvPr userDrawn="1"/>
        </p:nvSpPr>
        <p:spPr>
          <a:xfrm>
            <a:off x="0" y="0"/>
            <a:ext cx="12192000" cy="724747"/>
          </a:xfrm>
          <a:prstGeom prst="rect">
            <a:avLst/>
          </a:prstGeom>
          <a:solidFill>
            <a:srgbClr val="00558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fontAlgn="base">
              <a:spcBef>
                <a:spcPct val="0"/>
              </a:spcBef>
              <a:spcAft>
                <a:spcPct val="0"/>
              </a:spcAft>
            </a:pPr>
            <a:endParaRPr lang="en-US" sz="1350" dirty="0">
              <a:solidFill>
                <a:prstClr val="white"/>
              </a:solidFill>
            </a:endParaRPr>
          </a:p>
        </p:txBody>
      </p:sp>
      <p:pic>
        <p:nvPicPr>
          <p:cNvPr id="11" name="Picture 10" descr="Great Lakes ADA Center Logo">
            <a:extLst>
              <a:ext uri="{FF2B5EF4-FFF2-40B4-BE49-F238E27FC236}">
                <a16:creationId xmlns:a16="http://schemas.microsoft.com/office/drawing/2014/main" id="{8A64F6AE-200D-4215-85C3-5C2B397376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3546" y="100813"/>
            <a:ext cx="1546561" cy="516877"/>
          </a:xfrm>
          <a:prstGeom prst="rect">
            <a:avLst/>
          </a:prstGeom>
        </p:spPr>
      </p:pic>
      <p:sp>
        <p:nvSpPr>
          <p:cNvPr id="12" name="TextBox 11">
            <a:extLst>
              <a:ext uri="{FF2B5EF4-FFF2-40B4-BE49-F238E27FC236}">
                <a16:creationId xmlns:a16="http://schemas.microsoft.com/office/drawing/2014/main" id="{2CCC1008-3C55-4388-89C7-50AC30F7B0FE}"/>
              </a:ext>
            </a:extLst>
          </p:cNvPr>
          <p:cNvSpPr txBox="1"/>
          <p:nvPr userDrawn="1"/>
        </p:nvSpPr>
        <p:spPr>
          <a:xfrm>
            <a:off x="9886773" y="111502"/>
            <a:ext cx="2194561" cy="512961"/>
          </a:xfrm>
          <a:prstGeom prst="rect">
            <a:avLst/>
          </a:prstGeom>
          <a:noFill/>
        </p:spPr>
        <p:txBody>
          <a:bodyPr wrap="square" rtlCol="0">
            <a:spAutoFit/>
          </a:bodyPr>
          <a:lstStyle/>
          <a:p>
            <a:pPr algn="r">
              <a:spcBef>
                <a:spcPts val="0"/>
              </a:spcBef>
              <a:spcAft>
                <a:spcPts val="200"/>
              </a:spcAft>
            </a:pPr>
            <a:r>
              <a:rPr lang="en-US" sz="1200" dirty="0">
                <a:solidFill>
                  <a:schemeClr val="bg1"/>
                </a:solidFill>
                <a:latin typeface="Arial" panose="020B0604020202020204" pitchFamily="34" charset="0"/>
                <a:cs typeface="Arial" panose="020B0604020202020204" pitchFamily="34" charset="0"/>
              </a:rPr>
              <a:t>800-949-4232 (V/TTY)</a:t>
            </a:r>
          </a:p>
          <a:p>
            <a:pPr algn="r">
              <a:spcBef>
                <a:spcPts val="200"/>
              </a:spcBef>
              <a:spcAft>
                <a:spcPts val="0"/>
              </a:spcAft>
            </a:pPr>
            <a:r>
              <a:rPr lang="en-US" sz="1200" dirty="0">
                <a:solidFill>
                  <a:schemeClr val="bg1"/>
                </a:solidFill>
                <a:latin typeface="Arial" panose="020B0604020202020204" pitchFamily="34" charset="0"/>
                <a:cs typeface="Arial" panose="020B0604020202020204" pitchFamily="34" charset="0"/>
              </a:rPr>
              <a:t>www.adagreatlakes.org</a:t>
            </a:r>
          </a:p>
        </p:txBody>
      </p:sp>
      <p:pic>
        <p:nvPicPr>
          <p:cNvPr id="13" name="Picture 12" descr="A blue and black logo&#10;&#10;Description automatically generated with medium confidence">
            <a:extLst>
              <a:ext uri="{FF2B5EF4-FFF2-40B4-BE49-F238E27FC236}">
                <a16:creationId xmlns:a16="http://schemas.microsoft.com/office/drawing/2014/main" id="{96E22B44-F99A-4DC3-87BD-D3753A20D56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3546" y="5982115"/>
            <a:ext cx="469601" cy="735549"/>
          </a:xfrm>
          <a:prstGeom prst="rect">
            <a:avLst/>
          </a:prstGeom>
        </p:spPr>
      </p:pic>
      <p:sp>
        <p:nvSpPr>
          <p:cNvPr id="14" name="Slide Number Placeholder 5">
            <a:extLst>
              <a:ext uri="{FF2B5EF4-FFF2-40B4-BE49-F238E27FC236}">
                <a16:creationId xmlns:a16="http://schemas.microsoft.com/office/drawing/2014/main" id="{DA57BB0F-8EB9-47CD-A02F-5B60C3372853}"/>
              </a:ext>
            </a:extLst>
          </p:cNvPr>
          <p:cNvSpPr>
            <a:spLocks noGrp="1"/>
          </p:cNvSpPr>
          <p:nvPr>
            <p:ph type="sldNum" sz="quarter" idx="12"/>
          </p:nvPr>
        </p:nvSpPr>
        <p:spPr>
          <a:xfrm>
            <a:off x="9199880" y="6352540"/>
            <a:ext cx="2743200" cy="365125"/>
          </a:xfrm>
          <a:prstGeom prst="rect">
            <a:avLst/>
          </a:prstGeom>
        </p:spPr>
        <p:txBody>
          <a:bodyPr/>
          <a:lstStyle>
            <a:lvl1pP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Tree>
    <p:extLst>
      <p:ext uri="{BB962C8B-B14F-4D97-AF65-F5344CB8AC3E}">
        <p14:creationId xmlns:p14="http://schemas.microsoft.com/office/powerpoint/2010/main" val="654909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CAE80B-33E5-4BD5-B721-BAFC6CC43B66}"/>
              </a:ext>
            </a:extLst>
          </p:cNvPr>
          <p:cNvSpPr>
            <a:spLocks noGrp="1"/>
          </p:cNvSpPr>
          <p:nvPr>
            <p:ph type="title"/>
          </p:nvPr>
        </p:nvSpPr>
        <p:spPr>
          <a:xfrm>
            <a:off x="838200" y="410368"/>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0754B02-1727-4D4B-87CD-9B6C5CB15C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A174867-AAC3-4132-A790-7D6AD7A771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272D7818-CE99-42D2-B43D-D2417FBC22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7" name="Slide Number Placeholder 5">
            <a:extLst>
              <a:ext uri="{FF2B5EF4-FFF2-40B4-BE49-F238E27FC236}">
                <a16:creationId xmlns:a16="http://schemas.microsoft.com/office/drawing/2014/main" id="{DB0EA154-45F9-4B33-A4D6-E616F925CDB5}"/>
              </a:ext>
            </a:extLst>
          </p:cNvPr>
          <p:cNvSpPr>
            <a:spLocks noGrp="1"/>
          </p:cNvSpPr>
          <p:nvPr>
            <p:ph type="sldNum" sz="quarter" idx="4"/>
          </p:nvPr>
        </p:nvSpPr>
        <p:spPr>
          <a:xfrm>
            <a:off x="9199880" y="6352540"/>
            <a:ext cx="2743200" cy="365125"/>
          </a:xfrm>
          <a:prstGeom prst="rect">
            <a:avLst/>
          </a:prstGeom>
        </p:spPr>
        <p:txBody>
          <a:bodyPr/>
          <a:lstStyle>
            <a:lvl1pPr algn="r">
              <a:defRPr b="1">
                <a:solidFill>
                  <a:schemeClr val="tx1"/>
                </a:solidFill>
                <a:latin typeface="Arial" panose="020B0604020202020204" pitchFamily="34" charset="0"/>
                <a:cs typeface="Arial" panose="020B0604020202020204" pitchFamily="34" charset="0"/>
              </a:defRPr>
            </a:lvl1pPr>
          </a:lstStyle>
          <a:p>
            <a:fld id="{A9D5B481-CC43-4D95-B982-500CB2D3FC20}" type="slidenum">
              <a:rPr lang="en-US" smtClean="0"/>
              <a:pPr/>
              <a:t>‹#›</a:t>
            </a:fld>
            <a:endParaRPr lang="en-US" dirty="0"/>
          </a:p>
        </p:txBody>
      </p:sp>
    </p:spTree>
    <p:extLst>
      <p:ext uri="{BB962C8B-B14F-4D97-AF65-F5344CB8AC3E}">
        <p14:creationId xmlns:p14="http://schemas.microsoft.com/office/powerpoint/2010/main" val="72823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Lst>
  <p:hf hdr="0" ftr="0" dt="0"/>
  <p:txStyles>
    <p:titleStyle>
      <a:lvl1pPr algn="l" defTabSz="914400" rtl="0" eaLnBrk="1" latinLnBrk="0" hangingPunct="1">
        <a:lnSpc>
          <a:spcPct val="90000"/>
        </a:lnSpc>
        <a:spcBef>
          <a:spcPct val="0"/>
        </a:spcBef>
        <a:buNone/>
        <a:defRPr sz="5000" b="1" kern="1200">
          <a:solidFill>
            <a:srgbClr val="005580"/>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Arial" panose="020B0604020202020204" pitchFamily="34" charset="0"/>
          <a:ea typeface="+mn-ea"/>
          <a:cs typeface="Arial" panose="020B0604020202020204" pitchFamily="34" charset="0"/>
        </a:defRPr>
      </a:lvl1pPr>
      <a:lvl2pPr marL="685800" indent="-182880" algn="l" defTabSz="914400" rtl="0" eaLnBrk="1" latinLnBrk="0" hangingPunct="1">
        <a:lnSpc>
          <a:spcPct val="100000"/>
        </a:lnSpc>
        <a:spcBef>
          <a:spcPts val="600"/>
        </a:spcBef>
        <a:buFont typeface="Arial" panose="020B0604020202020204" pitchFamily="34" charset="0"/>
        <a:buChar char="•"/>
        <a:defRPr sz="2600" kern="1200">
          <a:solidFill>
            <a:schemeClr val="tx1"/>
          </a:solidFill>
          <a:latin typeface="Arial" panose="020B0604020202020204" pitchFamily="34" charset="0"/>
          <a:ea typeface="+mn-ea"/>
          <a:cs typeface="Arial" panose="020B0604020202020204" pitchFamily="34" charset="0"/>
        </a:defRPr>
      </a:lvl2pPr>
      <a:lvl3pPr marL="1143000" indent="-182880" algn="l" defTabSz="914400" rtl="0" eaLnBrk="1" latinLnBrk="0" hangingPunct="1">
        <a:lnSpc>
          <a:spcPct val="100000"/>
        </a:lnSpc>
        <a:spcBef>
          <a:spcPts val="600"/>
        </a:spcBef>
        <a:buSzPct val="90000"/>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indent="-182880" algn="l" defTabSz="914400" rtl="0" eaLnBrk="1" latinLnBrk="0" hangingPunct="1">
        <a:lnSpc>
          <a:spcPct val="100000"/>
        </a:lnSpc>
        <a:spcBef>
          <a:spcPts val="600"/>
        </a:spcBef>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4pPr>
      <a:lvl5pPr marL="2057400" indent="-18288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B325F-F7C4-47F9-AB0D-F4E85898A0A3}"/>
              </a:ext>
            </a:extLst>
          </p:cNvPr>
          <p:cNvSpPr>
            <a:spLocks noGrp="1"/>
          </p:cNvSpPr>
          <p:nvPr>
            <p:ph type="ctrTitle"/>
          </p:nvPr>
        </p:nvSpPr>
        <p:spPr>
          <a:xfrm>
            <a:off x="0" y="1111539"/>
            <a:ext cx="12192000" cy="2101510"/>
          </a:xfrm>
        </p:spPr>
        <p:txBody>
          <a:bodyPr>
            <a:noAutofit/>
          </a:bodyPr>
          <a:lstStyle/>
          <a:p>
            <a:pPr>
              <a:lnSpc>
                <a:spcPct val="100000"/>
              </a:lnSpc>
              <a:spcBef>
                <a:spcPts val="600"/>
              </a:spcBef>
            </a:pPr>
            <a:r>
              <a:rPr lang="en-US" sz="4800" dirty="0"/>
              <a:t>Module 3</a:t>
            </a:r>
            <a:r>
              <a:rPr lang="en-US" sz="6000" dirty="0"/>
              <a:t>:</a:t>
            </a:r>
            <a:br>
              <a:rPr lang="en-US" sz="6000" dirty="0"/>
            </a:br>
            <a:r>
              <a:rPr lang="en-US" sz="4000" dirty="0"/>
              <a:t>Unit 2:How to Make Sense of Data</a:t>
            </a:r>
          </a:p>
        </p:txBody>
      </p:sp>
      <p:sp>
        <p:nvSpPr>
          <p:cNvPr id="3" name="Subtitle 2">
            <a:extLst>
              <a:ext uri="{FF2B5EF4-FFF2-40B4-BE49-F238E27FC236}">
                <a16:creationId xmlns:a16="http://schemas.microsoft.com/office/drawing/2014/main" id="{DD6DA53E-826D-4A69-82AC-DE11CE124D34}"/>
              </a:ext>
            </a:extLst>
          </p:cNvPr>
          <p:cNvSpPr>
            <a:spLocks noGrp="1"/>
          </p:cNvSpPr>
          <p:nvPr>
            <p:ph type="subTitle" idx="1"/>
          </p:nvPr>
        </p:nvSpPr>
        <p:spPr>
          <a:xfrm>
            <a:off x="776176" y="3547158"/>
            <a:ext cx="10908562" cy="820784"/>
          </a:xfrm>
        </p:spPr>
        <p:txBody>
          <a:bodyPr/>
          <a:lstStyle/>
          <a:p>
            <a:pPr>
              <a:lnSpc>
                <a:spcPct val="100000"/>
              </a:lnSpc>
              <a:spcBef>
                <a:spcPts val="0"/>
              </a:spcBef>
            </a:pPr>
            <a:r>
              <a:rPr lang="en-US" sz="3000" dirty="0">
                <a:solidFill>
                  <a:schemeClr val="tx1">
                    <a:lumMod val="75000"/>
                    <a:lumOff val="25000"/>
                  </a:schemeClr>
                </a:solidFill>
              </a:rPr>
              <a:t>ADA Participation Action Research Consortium (PARC) </a:t>
            </a:r>
          </a:p>
          <a:p>
            <a:pPr>
              <a:lnSpc>
                <a:spcPct val="100000"/>
              </a:lnSpc>
              <a:spcBef>
                <a:spcPts val="0"/>
              </a:spcBef>
            </a:pPr>
            <a:r>
              <a:rPr lang="en-US" sz="3000" dirty="0">
                <a:solidFill>
                  <a:schemeClr val="tx1">
                    <a:lumMod val="75000"/>
                    <a:lumOff val="25000"/>
                  </a:schemeClr>
                </a:solidFill>
              </a:rPr>
              <a:t>Participation Equity Navigator Training</a:t>
            </a:r>
          </a:p>
        </p:txBody>
      </p:sp>
      <p:cxnSp>
        <p:nvCxnSpPr>
          <p:cNvPr id="7" name="Straight Connector 6">
            <a:extLst>
              <a:ext uri="{FF2B5EF4-FFF2-40B4-BE49-F238E27FC236}">
                <a16:creationId xmlns:a16="http://schemas.microsoft.com/office/drawing/2014/main" id="{FACD0B6F-466A-5600-572F-99890278C07C}"/>
              </a:ext>
              <a:ext uri="{C183D7F6-B498-43B3-948B-1728B52AA6E4}">
                <adec:decorative xmlns:adec="http://schemas.microsoft.com/office/drawing/2017/decorative" val="1"/>
              </a:ext>
            </a:extLst>
          </p:cNvPr>
          <p:cNvCxnSpPr>
            <a:cxnSpLocks/>
          </p:cNvCxnSpPr>
          <p:nvPr/>
        </p:nvCxnSpPr>
        <p:spPr>
          <a:xfrm>
            <a:off x="1123950" y="3436391"/>
            <a:ext cx="99441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026" name="Picture 5" descr="Americans with Disabilities Act Participation Action Research Consortium logo">
            <a:extLst>
              <a:ext uri="{FF2B5EF4-FFF2-40B4-BE49-F238E27FC236}">
                <a16:creationId xmlns:a16="http://schemas.microsoft.com/office/drawing/2014/main" id="{551196FB-48BD-3D49-5A86-886D55CF77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8283" y="4793942"/>
            <a:ext cx="1735433" cy="1132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ADA National Network logo">
            <a:extLst>
              <a:ext uri="{FF2B5EF4-FFF2-40B4-BE49-F238E27FC236}">
                <a16:creationId xmlns:a16="http://schemas.microsoft.com/office/drawing/2014/main" id="{E38DE6DF-4A58-387E-B23B-6CD5C3A63E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0459" y="5492660"/>
            <a:ext cx="1624410" cy="2102177"/>
          </a:xfrm>
          <a:prstGeom prst="rect">
            <a:avLst/>
          </a:prstGeom>
        </p:spPr>
      </p:pic>
      <p:sp>
        <p:nvSpPr>
          <p:cNvPr id="10" name="Slide Number Placeholder 9">
            <a:extLst>
              <a:ext uri="{FF2B5EF4-FFF2-40B4-BE49-F238E27FC236}">
                <a16:creationId xmlns:a16="http://schemas.microsoft.com/office/drawing/2014/main" id="{C76734AB-28BF-47B3-94D6-2C2884B8B53B}"/>
              </a:ext>
            </a:extLst>
          </p:cNvPr>
          <p:cNvSpPr>
            <a:spLocks noGrp="1"/>
          </p:cNvSpPr>
          <p:nvPr>
            <p:ph type="sldNum" sz="quarter" idx="12"/>
          </p:nvPr>
        </p:nvSpPr>
        <p:spPr/>
        <p:txBody>
          <a:bodyPr/>
          <a:lstStyle/>
          <a:p>
            <a:fld id="{A9D5B481-CC43-4D95-B982-500CB2D3FC20}" type="slidenum">
              <a:rPr lang="en-US" smtClean="0"/>
              <a:pPr/>
              <a:t>1</a:t>
            </a:fld>
            <a:endParaRPr lang="en-US" dirty="0"/>
          </a:p>
        </p:txBody>
      </p:sp>
    </p:spTree>
    <p:extLst>
      <p:ext uri="{BB962C8B-B14F-4D97-AF65-F5344CB8AC3E}">
        <p14:creationId xmlns:p14="http://schemas.microsoft.com/office/powerpoint/2010/main" val="608265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6891D-2CD5-C3CD-2237-F34B4412CE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B6120-A02C-C497-F461-8714D4561195}"/>
              </a:ext>
            </a:extLst>
          </p:cNvPr>
          <p:cNvSpPr>
            <a:spLocks noGrp="1"/>
          </p:cNvSpPr>
          <p:nvPr>
            <p:ph type="title"/>
          </p:nvPr>
        </p:nvSpPr>
        <p:spPr>
          <a:xfrm>
            <a:off x="712076" y="1391138"/>
            <a:ext cx="10515600" cy="961496"/>
          </a:xfrm>
        </p:spPr>
        <p:txBody>
          <a:bodyPr>
            <a:normAutofit fontScale="90000"/>
          </a:bodyPr>
          <a:lstStyle/>
          <a:p>
            <a:r>
              <a:rPr lang="en-US" sz="4400" dirty="0"/>
              <a:t>What We’ll Learn</a:t>
            </a:r>
            <a:r>
              <a:rPr lang="en-US" sz="4800" dirty="0"/>
              <a:t>?</a:t>
            </a:r>
            <a:br>
              <a:rPr lang="en-US" sz="4400" dirty="0"/>
            </a:br>
            <a:endParaRPr lang="en-US" sz="4400" dirty="0"/>
          </a:p>
        </p:txBody>
      </p:sp>
      <p:sp>
        <p:nvSpPr>
          <p:cNvPr id="3" name="Content Placeholder 2">
            <a:extLst>
              <a:ext uri="{FF2B5EF4-FFF2-40B4-BE49-F238E27FC236}">
                <a16:creationId xmlns:a16="http://schemas.microsoft.com/office/drawing/2014/main" id="{A9248B7D-31A8-FB7D-1DC5-E41C81359B56}"/>
              </a:ext>
            </a:extLst>
          </p:cNvPr>
          <p:cNvSpPr>
            <a:spLocks noGrp="1"/>
          </p:cNvSpPr>
          <p:nvPr>
            <p:ph idx="1"/>
          </p:nvPr>
        </p:nvSpPr>
        <p:spPr>
          <a:xfrm>
            <a:off x="964324" y="2006571"/>
            <a:ext cx="10388486" cy="4173580"/>
          </a:xfrm>
        </p:spPr>
        <p:txBody>
          <a:bodyPr>
            <a:noAutofit/>
          </a:bodyPr>
          <a:lstStyle/>
          <a:p>
            <a:pPr marR="0">
              <a:spcAft>
                <a:spcPts val="960"/>
              </a:spcAft>
            </a:pPr>
            <a:endParaRPr lang="en-US" dirty="0"/>
          </a:p>
          <a:p>
            <a:pPr marR="0">
              <a:spcAft>
                <a:spcPts val="960"/>
              </a:spcAft>
            </a:pPr>
            <a:r>
              <a:rPr lang="en-US" dirty="0"/>
              <a:t>What’s the difference between numbers and percentages, and when do we use each? </a:t>
            </a:r>
          </a:p>
          <a:p>
            <a:pPr marR="0">
              <a:spcAft>
                <a:spcPts val="960"/>
              </a:spcAft>
            </a:pPr>
            <a:endParaRPr lang="en-US" b="0" dirty="0"/>
          </a:p>
        </p:txBody>
      </p:sp>
      <p:pic>
        <p:nvPicPr>
          <p:cNvPr id="8" name="Picture 7">
            <a:extLst>
              <a:ext uri="{FF2B5EF4-FFF2-40B4-BE49-F238E27FC236}">
                <a16:creationId xmlns:a16="http://schemas.microsoft.com/office/drawing/2014/main" id="{FD2BFA97-945B-583F-5D25-1E2053394490}"/>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27C76A5E-3191-A756-36FB-FDB5459AB7BD}"/>
              </a:ext>
            </a:extLst>
          </p:cNvPr>
          <p:cNvSpPr>
            <a:spLocks noGrp="1"/>
          </p:cNvSpPr>
          <p:nvPr>
            <p:ph type="sldNum" sz="quarter" idx="12"/>
          </p:nvPr>
        </p:nvSpPr>
        <p:spPr/>
        <p:txBody>
          <a:bodyPr/>
          <a:lstStyle/>
          <a:p>
            <a:fld id="{A9D5B481-CC43-4D95-B982-500CB2D3FC20}" type="slidenum">
              <a:rPr lang="en-US" smtClean="0"/>
              <a:pPr/>
              <a:t>2</a:t>
            </a:fld>
            <a:endParaRPr lang="en-US" dirty="0"/>
          </a:p>
        </p:txBody>
      </p:sp>
      <p:pic>
        <p:nvPicPr>
          <p:cNvPr id="6" name="Picture 5" descr="Colorful numbers on a white background&#10;&#10;AI-generated content may be incorrect.">
            <a:extLst>
              <a:ext uri="{FF2B5EF4-FFF2-40B4-BE49-F238E27FC236}">
                <a16:creationId xmlns:a16="http://schemas.microsoft.com/office/drawing/2014/main" id="{169017E4-F2A6-62E1-99F4-399CCDD113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92351" y="3757305"/>
            <a:ext cx="2832100" cy="1905000"/>
          </a:xfrm>
          <a:prstGeom prst="rect">
            <a:avLst/>
          </a:prstGeom>
        </p:spPr>
      </p:pic>
      <p:pic>
        <p:nvPicPr>
          <p:cNvPr id="9" name="Picture 8" descr="A hand holding a gold sign&#10;&#10;AI-generated content may be incorrect.">
            <a:extLst>
              <a:ext uri="{FF2B5EF4-FFF2-40B4-BE49-F238E27FC236}">
                <a16:creationId xmlns:a16="http://schemas.microsoft.com/office/drawing/2014/main" id="{AE932534-8139-7292-87AA-E735A71A593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67550" y="3493780"/>
            <a:ext cx="3390900" cy="2432050"/>
          </a:xfrm>
          <a:prstGeom prst="rect">
            <a:avLst/>
          </a:prstGeom>
        </p:spPr>
      </p:pic>
    </p:spTree>
    <p:extLst>
      <p:ext uri="{BB962C8B-B14F-4D97-AF65-F5344CB8AC3E}">
        <p14:creationId xmlns:p14="http://schemas.microsoft.com/office/powerpoint/2010/main" val="2107855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DAB81-8278-44A6-9712-6833886BBF29}"/>
              </a:ext>
            </a:extLst>
          </p:cNvPr>
          <p:cNvSpPr>
            <a:spLocks noGrp="1"/>
          </p:cNvSpPr>
          <p:nvPr>
            <p:ph type="title"/>
          </p:nvPr>
        </p:nvSpPr>
        <p:spPr>
          <a:xfrm>
            <a:off x="712076" y="1045075"/>
            <a:ext cx="10515600" cy="961496"/>
          </a:xfrm>
        </p:spPr>
        <p:txBody>
          <a:bodyPr>
            <a:noAutofit/>
          </a:bodyPr>
          <a:lstStyle/>
          <a:p>
            <a:r>
              <a:rPr lang="en-US" dirty="0"/>
              <a:t>Numbers vs. Percentages </a:t>
            </a:r>
            <a:br>
              <a:rPr lang="en-US" dirty="0"/>
            </a:br>
            <a:endParaRPr lang="en-US" dirty="0"/>
          </a:p>
        </p:txBody>
      </p:sp>
      <p:sp>
        <p:nvSpPr>
          <p:cNvPr id="3" name="Content Placeholder 2">
            <a:extLst>
              <a:ext uri="{FF2B5EF4-FFF2-40B4-BE49-F238E27FC236}">
                <a16:creationId xmlns:a16="http://schemas.microsoft.com/office/drawing/2014/main" id="{F78D5594-BAFF-64CB-68FA-EE7BD3EAE85B}"/>
              </a:ext>
            </a:extLst>
          </p:cNvPr>
          <p:cNvSpPr>
            <a:spLocks noGrp="1"/>
          </p:cNvSpPr>
          <p:nvPr>
            <p:ph idx="1"/>
          </p:nvPr>
        </p:nvSpPr>
        <p:spPr>
          <a:xfrm>
            <a:off x="964324" y="2006571"/>
            <a:ext cx="10388486" cy="4173580"/>
          </a:xfrm>
        </p:spPr>
        <p:txBody>
          <a:bodyPr>
            <a:noAutofit/>
          </a:bodyPr>
          <a:lstStyle/>
          <a:p>
            <a:pPr marR="0">
              <a:spcAft>
                <a:spcPts val="960"/>
              </a:spcAft>
            </a:pPr>
            <a:endParaRPr lang="en-US" dirty="0"/>
          </a:p>
          <a:p>
            <a:pPr>
              <a:spcAft>
                <a:spcPts val="960"/>
              </a:spcAft>
            </a:pPr>
            <a:endParaRPr lang="en-US" dirty="0"/>
          </a:p>
          <a:p>
            <a:pPr>
              <a:spcAft>
                <a:spcPts val="960"/>
              </a:spcAft>
            </a:pPr>
            <a:r>
              <a:rPr lang="en-US" dirty="0"/>
              <a:t>• Numbers = exact counts (e.g., 500 people with disabilities have jobs).</a:t>
            </a:r>
          </a:p>
          <a:p>
            <a:pPr>
              <a:spcAft>
                <a:spcPts val="960"/>
              </a:spcAft>
            </a:pPr>
            <a:endParaRPr lang="en-US" dirty="0"/>
          </a:p>
          <a:p>
            <a:pPr>
              <a:spcAft>
                <a:spcPts val="960"/>
              </a:spcAft>
            </a:pPr>
            <a:br>
              <a:rPr lang="en-US" dirty="0"/>
            </a:br>
            <a:r>
              <a:rPr lang="en-US" dirty="0"/>
              <a:t>• Percentages = comparisons (e.g., 20% of people with disabilities have jobs).</a:t>
            </a:r>
          </a:p>
          <a:p>
            <a:pPr marR="0">
              <a:spcAft>
                <a:spcPts val="960"/>
              </a:spcAft>
            </a:pPr>
            <a:endParaRPr lang="en-US" b="0" dirty="0"/>
          </a:p>
        </p:txBody>
      </p:sp>
      <p:pic>
        <p:nvPicPr>
          <p:cNvPr id="8" name="Picture 7">
            <a:extLst>
              <a:ext uri="{FF2B5EF4-FFF2-40B4-BE49-F238E27FC236}">
                <a16:creationId xmlns:a16="http://schemas.microsoft.com/office/drawing/2014/main" id="{CA5F9EDF-D2CF-4C78-BDCF-E8CF4598DA0F}"/>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AAADFC97-DC1E-97D2-09EF-50F8B5EB73CC}"/>
              </a:ext>
            </a:extLst>
          </p:cNvPr>
          <p:cNvSpPr>
            <a:spLocks noGrp="1"/>
          </p:cNvSpPr>
          <p:nvPr>
            <p:ph type="sldNum" sz="quarter" idx="12"/>
          </p:nvPr>
        </p:nvSpPr>
        <p:spPr/>
        <p:txBody>
          <a:bodyPr/>
          <a:lstStyle/>
          <a:p>
            <a:fld id="{A9D5B481-CC43-4D95-B982-500CB2D3FC20}" type="slidenum">
              <a:rPr lang="en-US" smtClean="0"/>
              <a:pPr/>
              <a:t>3</a:t>
            </a:fld>
            <a:endParaRPr lang="en-US" dirty="0"/>
          </a:p>
        </p:txBody>
      </p:sp>
      <p:pic>
        <p:nvPicPr>
          <p:cNvPr id="9" name="Picture 8" descr="Colorful numbers on a white background&#10;&#10;AI-generated content may be incorrect.">
            <a:extLst>
              <a:ext uri="{FF2B5EF4-FFF2-40B4-BE49-F238E27FC236}">
                <a16:creationId xmlns:a16="http://schemas.microsoft.com/office/drawing/2014/main" id="{5C233F4D-89A4-3968-5496-FAE791AEF3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5644" y="2280025"/>
            <a:ext cx="790899" cy="688042"/>
          </a:xfrm>
          <a:prstGeom prst="rect">
            <a:avLst/>
          </a:prstGeom>
        </p:spPr>
      </p:pic>
      <p:pic>
        <p:nvPicPr>
          <p:cNvPr id="11" name="Picture 10" descr="A hand holding a gold sign&#10;&#10;AI-generated content may be incorrect.">
            <a:extLst>
              <a:ext uri="{FF2B5EF4-FFF2-40B4-BE49-F238E27FC236}">
                <a16:creationId xmlns:a16="http://schemas.microsoft.com/office/drawing/2014/main" id="{CF36CED2-8668-CD58-EE83-6048D4BFCF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3819" y="4370681"/>
            <a:ext cx="983374" cy="961497"/>
          </a:xfrm>
          <a:prstGeom prst="rect">
            <a:avLst/>
          </a:prstGeom>
        </p:spPr>
      </p:pic>
    </p:spTree>
    <p:extLst>
      <p:ext uri="{BB962C8B-B14F-4D97-AF65-F5344CB8AC3E}">
        <p14:creationId xmlns:p14="http://schemas.microsoft.com/office/powerpoint/2010/main" val="3206265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28CCB-F941-39E1-79E0-628529E361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19C48D-9A61-FE04-09E0-33EF0C8447DF}"/>
              </a:ext>
            </a:extLst>
          </p:cNvPr>
          <p:cNvSpPr>
            <a:spLocks noGrp="1"/>
          </p:cNvSpPr>
          <p:nvPr>
            <p:ph type="title"/>
          </p:nvPr>
        </p:nvSpPr>
        <p:spPr>
          <a:xfrm>
            <a:off x="838200" y="1272973"/>
            <a:ext cx="10515600" cy="961496"/>
          </a:xfrm>
        </p:spPr>
        <p:txBody>
          <a:bodyPr>
            <a:normAutofit fontScale="90000"/>
          </a:bodyPr>
          <a:lstStyle/>
          <a:p>
            <a:r>
              <a:rPr lang="en-US" sz="4400" b="1" dirty="0"/>
              <a:t>Why Use Percentages First, Then Numbers</a:t>
            </a:r>
            <a:br>
              <a:rPr lang="en-US" sz="2800" b="1" dirty="0">
                <a:latin typeface="Times New Roman" panose="02020603050405020304" pitchFamily="18" charset="0"/>
                <a:cs typeface="Times New Roman" panose="02020603050405020304" pitchFamily="18" charset="0"/>
              </a:rPr>
            </a:br>
            <a:endParaRPr lang="en-US" sz="2800" dirty="0"/>
          </a:p>
        </p:txBody>
      </p:sp>
      <p:pic>
        <p:nvPicPr>
          <p:cNvPr id="6" name="Picture 5">
            <a:extLst>
              <a:ext uri="{FF2B5EF4-FFF2-40B4-BE49-F238E27FC236}">
                <a16:creationId xmlns:a16="http://schemas.microsoft.com/office/drawing/2014/main" id="{4F1944CE-527C-F7C8-F669-0E4CB2FAC16A}"/>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17A81837-B834-99BF-626D-C77DA40CC8B6}"/>
              </a:ext>
            </a:extLst>
          </p:cNvPr>
          <p:cNvSpPr>
            <a:spLocks noGrp="1"/>
          </p:cNvSpPr>
          <p:nvPr>
            <p:ph type="sldNum" sz="quarter" idx="12"/>
          </p:nvPr>
        </p:nvSpPr>
        <p:spPr/>
        <p:txBody>
          <a:bodyPr/>
          <a:lstStyle/>
          <a:p>
            <a:fld id="{A9D5B481-CC43-4D95-B982-500CB2D3FC20}" type="slidenum">
              <a:rPr lang="en-US" smtClean="0"/>
              <a:pPr/>
              <a:t>4</a:t>
            </a:fld>
            <a:endParaRPr lang="en-US" dirty="0"/>
          </a:p>
        </p:txBody>
      </p:sp>
      <p:sp>
        <p:nvSpPr>
          <p:cNvPr id="5" name="Content Placeholder 4">
            <a:extLst>
              <a:ext uri="{FF2B5EF4-FFF2-40B4-BE49-F238E27FC236}">
                <a16:creationId xmlns:a16="http://schemas.microsoft.com/office/drawing/2014/main" id="{C40A2E57-C3E5-AE24-678C-228C6577EECA}"/>
              </a:ext>
            </a:extLst>
          </p:cNvPr>
          <p:cNvSpPr>
            <a:spLocks noGrp="1"/>
          </p:cNvSpPr>
          <p:nvPr>
            <p:ph idx="1"/>
          </p:nvPr>
        </p:nvSpPr>
        <p:spPr>
          <a:xfrm>
            <a:off x="838200" y="2651759"/>
            <a:ext cx="10515600" cy="3525203"/>
          </a:xfrm>
        </p:spPr>
        <p:txBody>
          <a:bodyPr/>
          <a:lstStyle/>
          <a:p>
            <a:pPr marL="457200" indent="-457200">
              <a:buFont typeface="Arial" panose="020B0604020202020204" pitchFamily="34" charset="0"/>
              <a:buChar char="•"/>
            </a:pPr>
            <a:r>
              <a:rPr lang="en-US" sz="2800" b="0" dirty="0"/>
              <a:t>U</a:t>
            </a:r>
            <a:r>
              <a:rPr lang="en-US" b="0" dirty="0"/>
              <a:t>sing percentages first helps to compare cities and states, especially when the populations of cities or states are very different in size. You can follow up with numbers to give exact data.</a:t>
            </a:r>
          </a:p>
          <a:p>
            <a:endParaRPr lang="en-US" b="0" dirty="0"/>
          </a:p>
          <a:p>
            <a:pPr marL="457200" indent="-457200">
              <a:buFont typeface="Arial" panose="020B0604020202020204" pitchFamily="34" charset="0"/>
              <a:buChar char="•"/>
            </a:pPr>
            <a:r>
              <a:rPr lang="en-US" b="0" dirty="0"/>
              <a:t>Use numbers to show the exact number  of people in your city or state</a:t>
            </a:r>
          </a:p>
        </p:txBody>
      </p:sp>
    </p:spTree>
    <p:extLst>
      <p:ext uri="{BB962C8B-B14F-4D97-AF65-F5344CB8AC3E}">
        <p14:creationId xmlns:p14="http://schemas.microsoft.com/office/powerpoint/2010/main" val="763489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722E6-126A-4D91-19EF-09E738A7A3B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22D988-5CEA-54E5-BFFC-345CD7958F01}"/>
              </a:ext>
            </a:extLst>
          </p:cNvPr>
          <p:cNvSpPr>
            <a:spLocks noGrp="1"/>
          </p:cNvSpPr>
          <p:nvPr>
            <p:ph idx="1"/>
          </p:nvPr>
        </p:nvSpPr>
        <p:spPr>
          <a:xfrm>
            <a:off x="964324" y="2006571"/>
            <a:ext cx="10388486" cy="4173580"/>
          </a:xfrm>
        </p:spPr>
        <p:txBody>
          <a:bodyPr>
            <a:noAutofit/>
          </a:bodyPr>
          <a:lstStyle/>
          <a:p>
            <a:pPr marR="0">
              <a:spcAft>
                <a:spcPts val="960"/>
              </a:spcAft>
            </a:pPr>
            <a:r>
              <a:rPr lang="en-US" dirty="0"/>
              <a:t>Go to the ADA-PARC Website.</a:t>
            </a:r>
            <a:br>
              <a:rPr lang="en-US" b="0" dirty="0"/>
            </a:br>
            <a:endParaRPr lang="en-US" b="0" dirty="0"/>
          </a:p>
          <a:p>
            <a:pPr marR="0">
              <a:spcAft>
                <a:spcPts val="960"/>
              </a:spcAft>
            </a:pPr>
            <a:r>
              <a:rPr lang="en-US" sz="2400" b="0" dirty="0"/>
              <a:t>1. Look at the data for two different states or cities.</a:t>
            </a:r>
          </a:p>
          <a:p>
            <a:r>
              <a:rPr lang="en-US" sz="2400" b="0" dirty="0"/>
              <a:t>2. Find the number of people with disabilities who are employed in your state.</a:t>
            </a:r>
          </a:p>
          <a:p>
            <a:r>
              <a:rPr lang="en-US" sz="2400" b="0" dirty="0"/>
              <a:t>3. Then look at the percentage of people with disabilities employed in your state.</a:t>
            </a:r>
          </a:p>
          <a:p>
            <a:r>
              <a:rPr lang="en-US" sz="2400" b="0" dirty="0"/>
              <a:t>Compare your state with another state.</a:t>
            </a:r>
          </a:p>
          <a:p>
            <a:pPr marR="0">
              <a:spcAft>
                <a:spcPts val="960"/>
              </a:spcAft>
            </a:pPr>
            <a:endParaRPr lang="en-US" b="0" dirty="0"/>
          </a:p>
        </p:txBody>
      </p:sp>
      <p:pic>
        <p:nvPicPr>
          <p:cNvPr id="8" name="Picture 7">
            <a:extLst>
              <a:ext uri="{FF2B5EF4-FFF2-40B4-BE49-F238E27FC236}">
                <a16:creationId xmlns:a16="http://schemas.microsoft.com/office/drawing/2014/main" id="{42416F80-45F3-519A-F386-979E9BEDC302}"/>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5368670A-5981-937D-E866-4D34A9473A93}"/>
              </a:ext>
            </a:extLst>
          </p:cNvPr>
          <p:cNvSpPr>
            <a:spLocks noGrp="1"/>
          </p:cNvSpPr>
          <p:nvPr>
            <p:ph type="sldNum" sz="quarter" idx="12"/>
          </p:nvPr>
        </p:nvSpPr>
        <p:spPr/>
        <p:txBody>
          <a:bodyPr/>
          <a:lstStyle/>
          <a:p>
            <a:fld id="{A9D5B481-CC43-4D95-B982-500CB2D3FC20}" type="slidenum">
              <a:rPr lang="en-US" smtClean="0"/>
              <a:pPr/>
              <a:t>5</a:t>
            </a:fld>
            <a:endParaRPr lang="en-US" dirty="0"/>
          </a:p>
        </p:txBody>
      </p:sp>
      <p:sp>
        <p:nvSpPr>
          <p:cNvPr id="7" name="Title 1">
            <a:extLst>
              <a:ext uri="{FF2B5EF4-FFF2-40B4-BE49-F238E27FC236}">
                <a16:creationId xmlns:a16="http://schemas.microsoft.com/office/drawing/2014/main" id="{16D667B2-6EB5-F2F9-B4FE-4F0C4487F499}"/>
              </a:ext>
            </a:extLst>
          </p:cNvPr>
          <p:cNvSpPr>
            <a:spLocks noGrp="1"/>
          </p:cNvSpPr>
          <p:nvPr>
            <p:ph type="title"/>
          </p:nvPr>
        </p:nvSpPr>
        <p:spPr>
          <a:xfrm>
            <a:off x="712076" y="1353434"/>
            <a:ext cx="10515600" cy="961496"/>
          </a:xfrm>
        </p:spPr>
        <p:txBody>
          <a:bodyPr>
            <a:normAutofit fontScale="90000"/>
          </a:bodyPr>
          <a:lstStyle/>
          <a:p>
            <a:r>
              <a:rPr lang="en-US" sz="4400" dirty="0"/>
              <a:t>Activity part: Try it yourself!</a:t>
            </a:r>
            <a:br>
              <a:rPr lang="en-US" sz="4400" dirty="0"/>
            </a:br>
            <a:endParaRPr lang="en-US" sz="4400" dirty="0"/>
          </a:p>
        </p:txBody>
      </p:sp>
      <p:pic>
        <p:nvPicPr>
          <p:cNvPr id="10" name="Picture 9" descr="A red and blue sign with white letters&#10;&#10;AI-generated content may be incorrect.">
            <a:extLst>
              <a:ext uri="{FF2B5EF4-FFF2-40B4-BE49-F238E27FC236}">
                <a16:creationId xmlns:a16="http://schemas.microsoft.com/office/drawing/2014/main" id="{8235C94C-C6F3-E243-2B0F-659AB02CB2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24800" y="1072238"/>
            <a:ext cx="3837693" cy="1696278"/>
          </a:xfrm>
          <a:prstGeom prst="rect">
            <a:avLst/>
          </a:prstGeom>
        </p:spPr>
      </p:pic>
    </p:spTree>
    <p:extLst>
      <p:ext uri="{BB962C8B-B14F-4D97-AF65-F5344CB8AC3E}">
        <p14:creationId xmlns:p14="http://schemas.microsoft.com/office/powerpoint/2010/main" val="3619579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BB617-78F1-290B-AC81-D87EE16290F9}"/>
              </a:ext>
            </a:extLst>
          </p:cNvPr>
          <p:cNvSpPr>
            <a:spLocks noGrp="1"/>
          </p:cNvSpPr>
          <p:nvPr>
            <p:ph type="title"/>
          </p:nvPr>
        </p:nvSpPr>
        <p:spPr>
          <a:xfrm>
            <a:off x="397136" y="993009"/>
            <a:ext cx="10515600" cy="961496"/>
          </a:xfrm>
        </p:spPr>
        <p:txBody>
          <a:bodyPr>
            <a:normAutofit fontScale="90000"/>
          </a:bodyPr>
          <a:lstStyle/>
          <a:p>
            <a:r>
              <a:rPr lang="en-US" sz="3600" kern="100" dirty="0">
                <a:ea typeface="Aptos" panose="020B0004020202020204" pitchFamily="34" charset="0"/>
              </a:rPr>
              <a:t>Example: </a:t>
            </a:r>
            <a:r>
              <a:rPr lang="en-US" b="0" dirty="0"/>
              <a:t>Illinois </a:t>
            </a:r>
            <a:r>
              <a:rPr lang="en-US" dirty="0"/>
              <a:t>vs.</a:t>
            </a:r>
            <a:r>
              <a:rPr lang="en-US" sz="1800" b="0" dirty="0"/>
              <a:t> </a:t>
            </a:r>
            <a:r>
              <a:rPr lang="en-US" sz="3600" b="0" dirty="0"/>
              <a:t>Mississippi</a:t>
            </a:r>
            <a:br>
              <a:rPr lang="en-US" sz="1800" kern="100" dirty="0">
                <a:effectLst/>
                <a:latin typeface="Aptos" panose="020B0004020202020204" pitchFamily="34" charset="0"/>
                <a:ea typeface="Aptos" panose="020B0004020202020204" pitchFamily="34" charset="0"/>
                <a:cs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0AA24BB4-42F1-3C9B-3DD8-0DC23FF47A34}"/>
              </a:ext>
            </a:extLst>
          </p:cNvPr>
          <p:cNvSpPr>
            <a:spLocks noGrp="1"/>
          </p:cNvSpPr>
          <p:nvPr>
            <p:ph idx="1"/>
          </p:nvPr>
        </p:nvSpPr>
        <p:spPr>
          <a:xfrm>
            <a:off x="397136" y="1511311"/>
            <a:ext cx="10515600" cy="4353680"/>
          </a:xfrm>
        </p:spPr>
        <p:txBody>
          <a:bodyPr>
            <a:normAutofit/>
          </a:bodyPr>
          <a:lstStyle/>
          <a:p>
            <a:pPr marL="0" marR="0">
              <a:lnSpc>
                <a:spcPct val="115000"/>
              </a:lnSpc>
              <a:spcAft>
                <a:spcPts val="800"/>
              </a:spcAft>
              <a:buNone/>
            </a:pPr>
            <a:endParaRPr lang="en-US" sz="2400" b="0" kern="100" dirty="0">
              <a:ea typeface="Aptos" panose="020B0004020202020204" pitchFamily="34" charset="0"/>
            </a:endParaRPr>
          </a:p>
          <a:p>
            <a:pPr marL="0" marR="0">
              <a:lnSpc>
                <a:spcPct val="115000"/>
              </a:lnSpc>
              <a:spcAft>
                <a:spcPts val="800"/>
              </a:spcAft>
              <a:buNone/>
            </a:pPr>
            <a:r>
              <a:rPr lang="en-US" sz="2400" b="0" kern="100" dirty="0">
                <a:effectLst/>
                <a:ea typeface="Aptos" panose="020B0004020202020204" pitchFamily="34" charset="0"/>
              </a:rPr>
              <a:t>Using percentages is essential when comparing cities or states of different sizes.</a:t>
            </a:r>
          </a:p>
          <a:p>
            <a:pPr>
              <a:lnSpc>
                <a:spcPct val="115000"/>
              </a:lnSpc>
              <a:spcAft>
                <a:spcPts val="800"/>
              </a:spcAft>
            </a:pPr>
            <a:r>
              <a:rPr lang="en-US" sz="2400" b="0" kern="100" dirty="0">
                <a:ea typeface="Aptos" panose="020B0004020202020204" pitchFamily="34" charset="0"/>
              </a:rPr>
              <a:t>Based on the ADA-PARC Data:</a:t>
            </a:r>
            <a:endParaRPr lang="en-US" sz="2400" b="0" kern="100" dirty="0">
              <a:effectLst/>
              <a:ea typeface="Aptos" panose="020B0004020202020204" pitchFamily="34" charset="0"/>
            </a:endParaRPr>
          </a:p>
          <a:p>
            <a:r>
              <a:rPr lang="en-US" dirty="0"/>
              <a:t>• </a:t>
            </a:r>
            <a:r>
              <a:rPr lang="en-US" b="0" dirty="0"/>
              <a:t>Illinois</a:t>
            </a:r>
            <a:r>
              <a:rPr lang="en-US" sz="2400" dirty="0"/>
              <a:t>:  </a:t>
            </a:r>
            <a:r>
              <a:rPr lang="en-US" b="0" dirty="0"/>
              <a:t>1,482,931</a:t>
            </a:r>
            <a:r>
              <a:rPr lang="en-US" sz="2400" dirty="0"/>
              <a:t> people have disabilities = </a:t>
            </a:r>
            <a:r>
              <a:rPr lang="en-US" b="0" dirty="0"/>
              <a:t>11.8%</a:t>
            </a:r>
            <a:endParaRPr lang="en-US" sz="2400" dirty="0"/>
          </a:p>
          <a:p>
            <a:endParaRPr lang="en-US" dirty="0"/>
          </a:p>
          <a:p>
            <a:br>
              <a:rPr lang="en-US" dirty="0"/>
            </a:br>
            <a:r>
              <a:rPr lang="en-US" sz="2400" dirty="0"/>
              <a:t>• </a:t>
            </a:r>
            <a:r>
              <a:rPr lang="en-US" b="0" dirty="0"/>
              <a:t>Mississippi</a:t>
            </a:r>
            <a:r>
              <a:rPr lang="en-US" sz="2400" dirty="0"/>
              <a:t>: </a:t>
            </a:r>
            <a:r>
              <a:rPr lang="en-US" b="0" dirty="0"/>
              <a:t>500,688</a:t>
            </a:r>
            <a:r>
              <a:rPr lang="en-US" sz="2400" dirty="0"/>
              <a:t>  people have disabilities = </a:t>
            </a:r>
            <a:r>
              <a:rPr lang="en-US" b="0" dirty="0"/>
              <a:t>17.4%</a:t>
            </a:r>
            <a:endParaRPr lang="en-US" sz="2400" dirty="0"/>
          </a:p>
          <a:p>
            <a:endParaRPr lang="en-US" dirty="0"/>
          </a:p>
        </p:txBody>
      </p:sp>
      <p:sp>
        <p:nvSpPr>
          <p:cNvPr id="4" name="Slide Number Placeholder 3">
            <a:extLst>
              <a:ext uri="{FF2B5EF4-FFF2-40B4-BE49-F238E27FC236}">
                <a16:creationId xmlns:a16="http://schemas.microsoft.com/office/drawing/2014/main" id="{80E3D10A-E225-4DC8-9534-5E912A5E588C}"/>
              </a:ext>
            </a:extLst>
          </p:cNvPr>
          <p:cNvSpPr>
            <a:spLocks noGrp="1"/>
          </p:cNvSpPr>
          <p:nvPr>
            <p:ph type="sldNum" sz="quarter" idx="12"/>
          </p:nvPr>
        </p:nvSpPr>
        <p:spPr/>
        <p:txBody>
          <a:bodyPr/>
          <a:lstStyle/>
          <a:p>
            <a:fld id="{A9D5B481-CC43-4D95-B982-500CB2D3FC20}" type="slidenum">
              <a:rPr lang="en-US" smtClean="0"/>
              <a:pPr/>
              <a:t>6</a:t>
            </a:fld>
            <a:endParaRPr lang="en-US" dirty="0"/>
          </a:p>
        </p:txBody>
      </p:sp>
    </p:spTree>
    <p:extLst>
      <p:ext uri="{BB962C8B-B14F-4D97-AF65-F5344CB8AC3E}">
        <p14:creationId xmlns:p14="http://schemas.microsoft.com/office/powerpoint/2010/main" val="1983883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0B744-9BC8-EF18-E2F2-DCE2DD9B44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BBEA84-82A0-02F4-7752-D443A432F4EE}"/>
              </a:ext>
            </a:extLst>
          </p:cNvPr>
          <p:cNvSpPr>
            <a:spLocks noGrp="1"/>
          </p:cNvSpPr>
          <p:nvPr>
            <p:ph type="title"/>
          </p:nvPr>
        </p:nvSpPr>
        <p:spPr>
          <a:xfrm>
            <a:off x="838200" y="734493"/>
            <a:ext cx="10515600" cy="961496"/>
          </a:xfrm>
        </p:spPr>
        <p:txBody>
          <a:bodyPr>
            <a:normAutofit fontScale="90000"/>
          </a:bodyPr>
          <a:lstStyle/>
          <a:p>
            <a:br>
              <a:rPr lang="en-US" sz="2800" b="1" dirty="0">
                <a:latin typeface="Times New Roman" panose="02020603050405020304" pitchFamily="18" charset="0"/>
                <a:cs typeface="Times New Roman" panose="02020603050405020304" pitchFamily="18" charset="0"/>
              </a:rPr>
            </a:br>
            <a:r>
              <a:rPr lang="en-US" sz="4400" dirty="0"/>
              <a:t>A Quick Note</a:t>
            </a:r>
            <a:r>
              <a:rPr lang="en-US" sz="4800" dirty="0"/>
              <a:t>:</a:t>
            </a:r>
            <a:r>
              <a:rPr lang="en-US" sz="4400" dirty="0"/>
              <a:t> Keep in Mind</a:t>
            </a:r>
            <a:r>
              <a:rPr lang="en-US" sz="4800" dirty="0"/>
              <a:t> </a:t>
            </a:r>
            <a:r>
              <a:rPr lang="en-US" sz="4400" dirty="0"/>
              <a:t> </a:t>
            </a:r>
          </a:p>
        </p:txBody>
      </p:sp>
      <p:pic>
        <p:nvPicPr>
          <p:cNvPr id="6" name="Picture 5">
            <a:extLst>
              <a:ext uri="{FF2B5EF4-FFF2-40B4-BE49-F238E27FC236}">
                <a16:creationId xmlns:a16="http://schemas.microsoft.com/office/drawing/2014/main" id="{2BD110E2-A930-8ABD-0BFC-1F94A818196B}"/>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394706"/>
            <a:ext cx="813819" cy="531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E638EA66-2900-DA94-2066-0B584985C214}"/>
              </a:ext>
            </a:extLst>
          </p:cNvPr>
          <p:cNvSpPr>
            <a:spLocks noGrp="1"/>
          </p:cNvSpPr>
          <p:nvPr>
            <p:ph type="sldNum" sz="quarter" idx="12"/>
          </p:nvPr>
        </p:nvSpPr>
        <p:spPr/>
        <p:txBody>
          <a:bodyPr/>
          <a:lstStyle/>
          <a:p>
            <a:fld id="{A9D5B481-CC43-4D95-B982-500CB2D3FC20}" type="slidenum">
              <a:rPr lang="en-US" smtClean="0"/>
              <a:pPr/>
              <a:t>7</a:t>
            </a:fld>
            <a:endParaRPr lang="en-US" dirty="0"/>
          </a:p>
        </p:txBody>
      </p:sp>
      <p:sp>
        <p:nvSpPr>
          <p:cNvPr id="5" name="Content Placeholder 4">
            <a:extLst>
              <a:ext uri="{FF2B5EF4-FFF2-40B4-BE49-F238E27FC236}">
                <a16:creationId xmlns:a16="http://schemas.microsoft.com/office/drawing/2014/main" id="{FC8A0BE5-B506-D125-BFF4-B5D1F847C061}"/>
              </a:ext>
            </a:extLst>
          </p:cNvPr>
          <p:cNvSpPr>
            <a:spLocks noGrp="1"/>
          </p:cNvSpPr>
          <p:nvPr>
            <p:ph idx="1"/>
          </p:nvPr>
        </p:nvSpPr>
        <p:spPr/>
        <p:txBody>
          <a:bodyPr>
            <a:normAutofit/>
          </a:bodyPr>
          <a:lstStyle/>
          <a:p>
            <a:endParaRPr lang="en-US" dirty="0"/>
          </a:p>
          <a:p>
            <a:r>
              <a:rPr lang="en-US" dirty="0"/>
              <a:t>📊 Percentages first → show the bigger picture, compare fairly</a:t>
            </a:r>
          </a:p>
          <a:p>
            <a:endParaRPr lang="en-US" dirty="0"/>
          </a:p>
          <a:p>
            <a:r>
              <a:rPr lang="en-US" dirty="0"/>
              <a:t>🔢 Numbers second → give local detail</a:t>
            </a:r>
          </a:p>
          <a:p>
            <a:endParaRPr lang="en-US" dirty="0"/>
          </a:p>
          <a:p>
            <a:endParaRPr lang="en-US" dirty="0"/>
          </a:p>
          <a:p>
            <a:r>
              <a:rPr lang="en-US" dirty="0"/>
              <a:t>🤝 Together → tell a clear and strong story</a:t>
            </a:r>
          </a:p>
          <a:p>
            <a:endParaRPr lang="en-US" b="0" dirty="0"/>
          </a:p>
        </p:txBody>
      </p:sp>
      <p:pic>
        <p:nvPicPr>
          <p:cNvPr id="7" name="Picture 6" descr="A green note with black text pinned to it&#10;&#10;AI-generated content may be incorrect.">
            <a:extLst>
              <a:ext uri="{FF2B5EF4-FFF2-40B4-BE49-F238E27FC236}">
                <a16:creationId xmlns:a16="http://schemas.microsoft.com/office/drawing/2014/main" id="{01C7D2B7-D469-46E7-8146-B87BCF6041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94520" y="734493"/>
            <a:ext cx="2153920" cy="1422400"/>
          </a:xfrm>
          <a:prstGeom prst="rect">
            <a:avLst/>
          </a:prstGeom>
        </p:spPr>
      </p:pic>
    </p:spTree>
    <p:extLst>
      <p:ext uri="{BB962C8B-B14F-4D97-AF65-F5344CB8AC3E}">
        <p14:creationId xmlns:p14="http://schemas.microsoft.com/office/powerpoint/2010/main" val="2275120571"/>
      </p:ext>
    </p:extLst>
  </p:cSld>
  <p:clrMapOvr>
    <a:masterClrMapping/>
  </p:clrMapOvr>
</p:sld>
</file>

<file path=ppt/theme/theme1.xml><?xml version="1.0" encoding="utf-8"?>
<a:theme xmlns:a="http://schemas.openxmlformats.org/drawingml/2006/main" name="Office Theme">
  <a:themeElements>
    <a:clrScheme name="Great Lakes ADA Center PPT">
      <a:dk1>
        <a:sysClr val="windowText" lastClr="000000"/>
      </a:dk1>
      <a:lt1>
        <a:sysClr val="window" lastClr="FFFFFF"/>
      </a:lt1>
      <a:dk2>
        <a:srgbClr val="242852"/>
      </a:dk2>
      <a:lt2>
        <a:srgbClr val="ACCBF9"/>
      </a:lt2>
      <a:accent1>
        <a:srgbClr val="005580"/>
      </a:accent1>
      <a:accent2>
        <a:srgbClr val="297FD5"/>
      </a:accent2>
      <a:accent3>
        <a:srgbClr val="7F8FA9"/>
      </a:accent3>
      <a:accent4>
        <a:srgbClr val="4A66AC"/>
      </a:accent4>
      <a:accent5>
        <a:srgbClr val="5AA2AE"/>
      </a:accent5>
      <a:accent6>
        <a:srgbClr val="9D90A0"/>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202cd47-7a56-4baa-99e3-e3b71a7c77dd}" enabled="0" method="" siteId="{e202cd47-7a56-4baa-99e3-e3b71a7c77dd}" removed="1"/>
</clbl:labelList>
</file>

<file path=docProps/app.xml><?xml version="1.0" encoding="utf-8"?>
<Properties xmlns="http://schemas.openxmlformats.org/officeDocument/2006/extended-properties" xmlns:vt="http://schemas.openxmlformats.org/officeDocument/2006/docPropsVTypes">
  <Template/>
  <TotalTime>26135</TotalTime>
  <Words>307</Words>
  <Application>Microsoft Macintosh PowerPoint</Application>
  <PresentationFormat>Widescreen</PresentationFormat>
  <Paragraphs>52</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Arial</vt:lpstr>
      <vt:lpstr>Calibri</vt:lpstr>
      <vt:lpstr>Times New Roman</vt:lpstr>
      <vt:lpstr>Wingdings</vt:lpstr>
      <vt:lpstr>Office Theme</vt:lpstr>
      <vt:lpstr>Module 3: Unit 2:How to Make Sense of Data</vt:lpstr>
      <vt:lpstr>What We’ll Learn? </vt:lpstr>
      <vt:lpstr>Numbers vs. Percentages  </vt:lpstr>
      <vt:lpstr>Why Use Percentages First, Then Numbers </vt:lpstr>
      <vt:lpstr>Activity part: Try it yourself! </vt:lpstr>
      <vt:lpstr>Example: Illinois vs. Mississippi </vt:lpstr>
      <vt:lpstr> A Quick Note: Keep in Mind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258</cp:revision>
  <dcterms:created xsi:type="dcterms:W3CDTF">2023-05-18T20:19:20Z</dcterms:created>
  <dcterms:modified xsi:type="dcterms:W3CDTF">2025-10-28T04:54:19Z</dcterms:modified>
</cp:coreProperties>
</file>